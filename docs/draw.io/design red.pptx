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88F79"/>
    <a:srgbClr val="BFA600"/>
    <a:srgbClr val="FAF9F4"/>
    <a:srgbClr val="EEEAE1"/>
    <a:srgbClr val="8EA722"/>
    <a:srgbClr val="CFCFCF"/>
    <a:srgbClr val="737373"/>
    <a:srgbClr val="BDAD89"/>
    <a:srgbClr val="002673"/>
    <a:srgbClr val="4445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 showGuides="1">
      <p:cViewPr>
        <p:scale>
          <a:sx n="75" d="100"/>
          <a:sy n="75" d="100"/>
        </p:scale>
        <p:origin x="2640" y="-47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73D20-A00A-46E7-B7AE-8C4155F1E2DC}" type="datetimeFigureOut">
              <a:rPr lang="zh-CN" altLang="en-US" smtClean="0"/>
              <a:t>2026/8/4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2D0E8-443F-407A-B3F0-F5988220A0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22277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73D20-A00A-46E7-B7AE-8C4155F1E2DC}" type="datetimeFigureOut">
              <a:rPr lang="zh-CN" altLang="en-US" smtClean="0"/>
              <a:t>2026/8/4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2D0E8-443F-407A-B3F0-F5988220A0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1322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73D20-A00A-46E7-B7AE-8C4155F1E2DC}" type="datetimeFigureOut">
              <a:rPr lang="zh-CN" altLang="en-US" smtClean="0"/>
              <a:t>2026/8/4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2D0E8-443F-407A-B3F0-F5988220A0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72517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73D20-A00A-46E7-B7AE-8C4155F1E2DC}" type="datetimeFigureOut">
              <a:rPr lang="zh-CN" altLang="en-US" smtClean="0"/>
              <a:t>2026/8/4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2D0E8-443F-407A-B3F0-F5988220A0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05772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73D20-A00A-46E7-B7AE-8C4155F1E2DC}" type="datetimeFigureOut">
              <a:rPr lang="zh-CN" altLang="en-US" smtClean="0"/>
              <a:t>2026/8/4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2D0E8-443F-407A-B3F0-F5988220A0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02738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73D20-A00A-46E7-B7AE-8C4155F1E2DC}" type="datetimeFigureOut">
              <a:rPr lang="zh-CN" altLang="en-US" smtClean="0"/>
              <a:t>2026/8/4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2D0E8-443F-407A-B3F0-F5988220A0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44664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73D20-A00A-46E7-B7AE-8C4155F1E2DC}" type="datetimeFigureOut">
              <a:rPr lang="zh-CN" altLang="en-US" smtClean="0"/>
              <a:t>2026/8/4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2D0E8-443F-407A-B3F0-F5988220A0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81744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73D20-A00A-46E7-B7AE-8C4155F1E2DC}" type="datetimeFigureOut">
              <a:rPr lang="zh-CN" altLang="en-US" smtClean="0"/>
              <a:t>2026/8/4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2D0E8-443F-407A-B3F0-F5988220A0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52083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73D20-A00A-46E7-B7AE-8C4155F1E2DC}" type="datetimeFigureOut">
              <a:rPr lang="zh-CN" altLang="en-US" smtClean="0"/>
              <a:t>2026/8/4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2D0E8-443F-407A-B3F0-F5988220A0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28319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73D20-A00A-46E7-B7AE-8C4155F1E2DC}" type="datetimeFigureOut">
              <a:rPr lang="zh-CN" altLang="en-US" smtClean="0"/>
              <a:t>2026/8/4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2D0E8-443F-407A-B3F0-F5988220A0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68530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73D20-A00A-46E7-B7AE-8C4155F1E2DC}" type="datetimeFigureOut">
              <a:rPr lang="zh-CN" altLang="en-US" smtClean="0"/>
              <a:t>2026/8/4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2D0E8-443F-407A-B3F0-F5988220A0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37402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B73D20-A00A-46E7-B7AE-8C4155F1E2DC}" type="datetimeFigureOut">
              <a:rPr lang="zh-CN" altLang="en-US" smtClean="0"/>
              <a:t>2026/8/4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C2D0E8-443F-407A-B3F0-F5988220A0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77938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矩形 43">
            <a:extLst>
              <a:ext uri="{FF2B5EF4-FFF2-40B4-BE49-F238E27FC236}">
                <a16:creationId xmlns:a16="http://schemas.microsoft.com/office/drawing/2014/main" id="{E8426D1F-AAFC-997D-D82D-5216B387DE75}"/>
              </a:ext>
            </a:extLst>
          </p:cNvPr>
          <p:cNvSpPr/>
          <p:nvPr/>
        </p:nvSpPr>
        <p:spPr>
          <a:xfrm>
            <a:off x="2161208" y="3672207"/>
            <a:ext cx="2899156" cy="5528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ABAE78E4-8637-4F51-7E39-E0DA250E840F}"/>
              </a:ext>
            </a:extLst>
          </p:cNvPr>
          <p:cNvSpPr/>
          <p:nvPr/>
        </p:nvSpPr>
        <p:spPr>
          <a:xfrm>
            <a:off x="1798320" y="4351530"/>
            <a:ext cx="701040" cy="70104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A75581F3-886D-F173-4283-CC5F372E0437}"/>
              </a:ext>
            </a:extLst>
          </p:cNvPr>
          <p:cNvSpPr/>
          <p:nvPr/>
        </p:nvSpPr>
        <p:spPr>
          <a:xfrm>
            <a:off x="0" y="4528314"/>
            <a:ext cx="347472" cy="347472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 w="952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CA9A27F5-81C8-90D6-7614-717CEDCD2C29}"/>
              </a:ext>
            </a:extLst>
          </p:cNvPr>
          <p:cNvSpPr/>
          <p:nvPr/>
        </p:nvSpPr>
        <p:spPr>
          <a:xfrm>
            <a:off x="938784" y="4528314"/>
            <a:ext cx="347472" cy="347472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 w="952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74406842-7261-28A4-E914-D4EC6025B687}"/>
              </a:ext>
            </a:extLst>
          </p:cNvPr>
          <p:cNvCxnSpPr>
            <a:cxnSpLocks/>
            <a:stCxn id="6" idx="6"/>
            <a:endCxn id="7" idx="2"/>
          </p:cNvCxnSpPr>
          <p:nvPr/>
        </p:nvCxnSpPr>
        <p:spPr>
          <a:xfrm>
            <a:off x="347472" y="4702048"/>
            <a:ext cx="591312" cy="0"/>
          </a:xfrm>
          <a:prstGeom prst="line">
            <a:avLst/>
          </a:prstGeom>
          <a:solidFill>
            <a:schemeClr val="accent3">
              <a:lumMod val="60000"/>
              <a:lumOff val="40000"/>
            </a:schemeClr>
          </a:solidFill>
          <a:ln w="952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132D12EB-C9B2-2D44-D993-B032D866E0DA}"/>
              </a:ext>
            </a:extLst>
          </p:cNvPr>
          <p:cNvCxnSpPr>
            <a:cxnSpLocks/>
            <a:stCxn id="7" idx="6"/>
            <a:endCxn id="4" idx="2"/>
          </p:cNvCxnSpPr>
          <p:nvPr/>
        </p:nvCxnSpPr>
        <p:spPr>
          <a:xfrm>
            <a:off x="1286256" y="4702048"/>
            <a:ext cx="688848" cy="0"/>
          </a:xfrm>
          <a:prstGeom prst="line">
            <a:avLst/>
          </a:prstGeom>
          <a:solidFill>
            <a:schemeClr val="accent3">
              <a:lumMod val="60000"/>
              <a:lumOff val="40000"/>
            </a:schemeClr>
          </a:solidFill>
          <a:ln w="952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4A80763E-CF93-E792-78BA-A6D3A003719A}"/>
              </a:ext>
            </a:extLst>
          </p:cNvPr>
          <p:cNvCxnSpPr>
            <a:cxnSpLocks/>
            <a:stCxn id="4" idx="6"/>
            <a:endCxn id="5" idx="2"/>
          </p:cNvCxnSpPr>
          <p:nvPr/>
        </p:nvCxnSpPr>
        <p:spPr>
          <a:xfrm>
            <a:off x="2322575" y="4702048"/>
            <a:ext cx="914400" cy="0"/>
          </a:xfrm>
          <a:prstGeom prst="line">
            <a:avLst/>
          </a:prstGeom>
          <a:solidFill>
            <a:schemeClr val="accent3">
              <a:lumMod val="60000"/>
              <a:lumOff val="40000"/>
            </a:schemeClr>
          </a:solidFill>
          <a:ln w="95250" cap="rnd">
            <a:solidFill>
              <a:schemeClr val="bg1">
                <a:lumMod val="65000"/>
              </a:schemeClr>
            </a:solidFill>
            <a:prstDash val="sysDot"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" name="椭圆 3">
            <a:extLst>
              <a:ext uri="{FF2B5EF4-FFF2-40B4-BE49-F238E27FC236}">
                <a16:creationId xmlns:a16="http://schemas.microsoft.com/office/drawing/2014/main" id="{CDF00113-989B-EA85-F44B-767CA8FFC727}"/>
              </a:ext>
            </a:extLst>
          </p:cNvPr>
          <p:cNvSpPr/>
          <p:nvPr/>
        </p:nvSpPr>
        <p:spPr>
          <a:xfrm>
            <a:off x="1975104" y="4528314"/>
            <a:ext cx="347472" cy="347472"/>
          </a:xfrm>
          <a:prstGeom prst="ellipse">
            <a:avLst/>
          </a:prstGeom>
          <a:solidFill>
            <a:schemeClr val="bg1"/>
          </a:solidFill>
          <a:ln w="952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4840D409-EA9E-92A5-A228-2B553D089BE2}"/>
              </a:ext>
            </a:extLst>
          </p:cNvPr>
          <p:cNvCxnSpPr>
            <a:cxnSpLocks/>
          </p:cNvCxnSpPr>
          <p:nvPr/>
        </p:nvCxnSpPr>
        <p:spPr>
          <a:xfrm>
            <a:off x="2161208" y="3662680"/>
            <a:ext cx="0" cy="635001"/>
          </a:xfrm>
          <a:prstGeom prst="line">
            <a:avLst/>
          </a:prstGeom>
          <a:solidFill>
            <a:schemeClr val="accent3">
              <a:lumMod val="60000"/>
              <a:lumOff val="40000"/>
            </a:schemeClr>
          </a:solidFill>
          <a:ln w="635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9" name="文本框 38">
            <a:extLst>
              <a:ext uri="{FF2B5EF4-FFF2-40B4-BE49-F238E27FC236}">
                <a16:creationId xmlns:a16="http://schemas.microsoft.com/office/drawing/2014/main" id="{EA9C5A41-7C42-3A72-B52F-E9C1FB7560B2}"/>
              </a:ext>
            </a:extLst>
          </p:cNvPr>
          <p:cNvSpPr txBox="1"/>
          <p:nvPr/>
        </p:nvSpPr>
        <p:spPr>
          <a:xfrm>
            <a:off x="2188465" y="3657370"/>
            <a:ext cx="3176695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1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Hypothesis Researcher</a:t>
            </a:r>
            <a:endParaRPr lang="zh-CN" altLang="en-US" sz="1801" dirty="0">
              <a:solidFill>
                <a:schemeClr val="tx1">
                  <a:lumMod val="75000"/>
                  <a:lumOff val="25000"/>
                </a:schemeClr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C68D5F07-93B1-8C3C-C271-F5868D137E9A}"/>
              </a:ext>
            </a:extLst>
          </p:cNvPr>
          <p:cNvSpPr txBox="1"/>
          <p:nvPr/>
        </p:nvSpPr>
        <p:spPr>
          <a:xfrm>
            <a:off x="2194560" y="3964261"/>
            <a:ext cx="15544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defRPr>
            </a:lvl1pPr>
          </a:lstStyle>
          <a:p>
            <a:r>
              <a:rPr lang="zh-CN" altLang="en-US" sz="120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正在处理</a:t>
            </a:r>
            <a:r>
              <a:rPr lang="en-US" altLang="zh-CN" sz="120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...</a:t>
            </a:r>
            <a:endParaRPr lang="zh-CN" altLang="en-US" sz="120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506859ED-FA1A-4476-339B-497315791BC8}"/>
              </a:ext>
            </a:extLst>
          </p:cNvPr>
          <p:cNvSpPr/>
          <p:nvPr/>
        </p:nvSpPr>
        <p:spPr>
          <a:xfrm>
            <a:off x="1132079" y="5121880"/>
            <a:ext cx="1964434" cy="5528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C8B2BD46-02B7-1709-F362-081EE01BB202}"/>
              </a:ext>
            </a:extLst>
          </p:cNvPr>
          <p:cNvCxnSpPr>
            <a:cxnSpLocks/>
          </p:cNvCxnSpPr>
          <p:nvPr/>
        </p:nvCxnSpPr>
        <p:spPr>
          <a:xfrm>
            <a:off x="1132079" y="4992370"/>
            <a:ext cx="0" cy="682340"/>
          </a:xfrm>
          <a:prstGeom prst="line">
            <a:avLst/>
          </a:prstGeom>
          <a:solidFill>
            <a:schemeClr val="accent3">
              <a:lumMod val="60000"/>
              <a:lumOff val="40000"/>
            </a:schemeClr>
          </a:solidFill>
          <a:ln w="635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9" name="文本框 48">
            <a:extLst>
              <a:ext uri="{FF2B5EF4-FFF2-40B4-BE49-F238E27FC236}">
                <a16:creationId xmlns:a16="http://schemas.microsoft.com/office/drawing/2014/main" id="{AC825BCE-81D2-6183-35EC-6DA541CC89B5}"/>
              </a:ext>
            </a:extLst>
          </p:cNvPr>
          <p:cNvSpPr txBox="1"/>
          <p:nvPr/>
        </p:nvSpPr>
        <p:spPr>
          <a:xfrm>
            <a:off x="1159335" y="5107043"/>
            <a:ext cx="2139696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1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Failure Analyst</a:t>
            </a:r>
            <a:endParaRPr lang="zh-CN" altLang="en-US" sz="1801" dirty="0">
              <a:solidFill>
                <a:schemeClr val="tx1">
                  <a:lumMod val="75000"/>
                  <a:lumOff val="25000"/>
                </a:schemeClr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581E2093-1C27-8525-9BDC-26E728D39C6C}"/>
              </a:ext>
            </a:extLst>
          </p:cNvPr>
          <p:cNvSpPr txBox="1"/>
          <p:nvPr/>
        </p:nvSpPr>
        <p:spPr>
          <a:xfrm>
            <a:off x="1165431" y="5413934"/>
            <a:ext cx="15544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defRPr>
            </a:lvl1pPr>
          </a:lstStyle>
          <a:p>
            <a:r>
              <a:rPr lang="zh-CN" altLang="en-US" sz="120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已完成 </a:t>
            </a:r>
            <a:r>
              <a:rPr lang="en-US" altLang="zh-CN" sz="120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· 1</a:t>
            </a:r>
            <a:endParaRPr lang="zh-CN" altLang="en-US" sz="120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cxnSp>
        <p:nvCxnSpPr>
          <p:cNvPr id="56" name="直接连接符 55">
            <a:extLst>
              <a:ext uri="{FF2B5EF4-FFF2-40B4-BE49-F238E27FC236}">
                <a16:creationId xmlns:a16="http://schemas.microsoft.com/office/drawing/2014/main" id="{3B999D87-CEC6-867A-913A-B183B39846BC}"/>
              </a:ext>
            </a:extLst>
          </p:cNvPr>
          <p:cNvCxnSpPr>
            <a:cxnSpLocks/>
            <a:stCxn id="5" idx="4"/>
            <a:endCxn id="55" idx="0"/>
          </p:cNvCxnSpPr>
          <p:nvPr/>
        </p:nvCxnSpPr>
        <p:spPr>
          <a:xfrm>
            <a:off x="3410712" y="4875785"/>
            <a:ext cx="0" cy="676649"/>
          </a:xfrm>
          <a:prstGeom prst="line">
            <a:avLst/>
          </a:prstGeom>
          <a:solidFill>
            <a:schemeClr val="accent3">
              <a:lumMod val="60000"/>
              <a:lumOff val="40000"/>
            </a:schemeClr>
          </a:solidFill>
          <a:ln w="95250" cap="rnd">
            <a:solidFill>
              <a:schemeClr val="bg1">
                <a:lumMod val="65000"/>
              </a:schemeClr>
            </a:solidFill>
            <a:prstDash val="sysDot"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" name="椭圆 4">
            <a:extLst>
              <a:ext uri="{FF2B5EF4-FFF2-40B4-BE49-F238E27FC236}">
                <a16:creationId xmlns:a16="http://schemas.microsoft.com/office/drawing/2014/main" id="{62D9FA81-A506-471B-DF40-C4D5C04805DD}"/>
              </a:ext>
            </a:extLst>
          </p:cNvPr>
          <p:cNvSpPr/>
          <p:nvPr/>
        </p:nvSpPr>
        <p:spPr>
          <a:xfrm>
            <a:off x="3236976" y="4528314"/>
            <a:ext cx="347472" cy="347472"/>
          </a:xfrm>
          <a:prstGeom prst="ellipse">
            <a:avLst/>
          </a:prstGeom>
          <a:solidFill>
            <a:schemeClr val="bg1"/>
          </a:solidFill>
          <a:ln w="952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55" name="椭圆 54">
            <a:extLst>
              <a:ext uri="{FF2B5EF4-FFF2-40B4-BE49-F238E27FC236}">
                <a16:creationId xmlns:a16="http://schemas.microsoft.com/office/drawing/2014/main" id="{BB5D5679-3C7B-8EA1-C85B-550287E46910}"/>
              </a:ext>
            </a:extLst>
          </p:cNvPr>
          <p:cNvSpPr/>
          <p:nvPr/>
        </p:nvSpPr>
        <p:spPr>
          <a:xfrm>
            <a:off x="3236976" y="5552433"/>
            <a:ext cx="347472" cy="347472"/>
          </a:xfrm>
          <a:prstGeom prst="ellipse">
            <a:avLst/>
          </a:prstGeom>
          <a:solidFill>
            <a:schemeClr val="bg1"/>
          </a:solidFill>
          <a:ln w="952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B04A91CE-BCF2-83E8-E621-6DFACF20E999}"/>
              </a:ext>
            </a:extLst>
          </p:cNvPr>
          <p:cNvSpPr/>
          <p:nvPr/>
        </p:nvSpPr>
        <p:spPr>
          <a:xfrm>
            <a:off x="4183127" y="5428773"/>
            <a:ext cx="2353484" cy="5528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cxnSp>
        <p:nvCxnSpPr>
          <p:cNvPr id="63" name="直接连接符 62">
            <a:extLst>
              <a:ext uri="{FF2B5EF4-FFF2-40B4-BE49-F238E27FC236}">
                <a16:creationId xmlns:a16="http://schemas.microsoft.com/office/drawing/2014/main" id="{BEB8C4BA-1505-4BCA-0C6A-138729E58B91}"/>
              </a:ext>
            </a:extLst>
          </p:cNvPr>
          <p:cNvCxnSpPr>
            <a:cxnSpLocks/>
          </p:cNvCxnSpPr>
          <p:nvPr/>
        </p:nvCxnSpPr>
        <p:spPr>
          <a:xfrm>
            <a:off x="4183128" y="5428773"/>
            <a:ext cx="0" cy="552830"/>
          </a:xfrm>
          <a:prstGeom prst="line">
            <a:avLst/>
          </a:prstGeom>
          <a:solidFill>
            <a:schemeClr val="accent3">
              <a:lumMod val="60000"/>
              <a:lumOff val="40000"/>
            </a:schemeClr>
          </a:solidFill>
          <a:ln w="635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4" name="文本框 63">
            <a:extLst>
              <a:ext uri="{FF2B5EF4-FFF2-40B4-BE49-F238E27FC236}">
                <a16:creationId xmlns:a16="http://schemas.microsoft.com/office/drawing/2014/main" id="{E1E3DB4C-66E4-0F76-9D07-FB6F2CDAECA7}"/>
              </a:ext>
            </a:extLst>
          </p:cNvPr>
          <p:cNvSpPr txBox="1"/>
          <p:nvPr/>
        </p:nvSpPr>
        <p:spPr>
          <a:xfrm>
            <a:off x="4210385" y="5413933"/>
            <a:ext cx="2503013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1" dirty="0">
                <a:solidFill>
                  <a:schemeClr val="bg1">
                    <a:lumMod val="7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Evidence Reviewer</a:t>
            </a:r>
            <a:endParaRPr lang="zh-CN" altLang="en-US" sz="1801" dirty="0">
              <a:solidFill>
                <a:schemeClr val="bg1">
                  <a:lumMod val="75000"/>
                </a:schemeClr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D42112DF-8AE4-5292-3D1E-919CFB823821}"/>
              </a:ext>
            </a:extLst>
          </p:cNvPr>
          <p:cNvSpPr txBox="1"/>
          <p:nvPr/>
        </p:nvSpPr>
        <p:spPr>
          <a:xfrm>
            <a:off x="4216480" y="5720827"/>
            <a:ext cx="15544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defRPr>
            </a:lvl1pPr>
          </a:lstStyle>
          <a:p>
            <a:r>
              <a:rPr lang="zh-CN" altLang="en-US" sz="1200" dirty="0">
                <a:solidFill>
                  <a:schemeClr val="bg1">
                    <a:lumMod val="7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已完成 </a:t>
            </a:r>
            <a:r>
              <a:rPr lang="en-US" altLang="zh-CN" sz="1200" dirty="0">
                <a:solidFill>
                  <a:schemeClr val="bg1">
                    <a:lumMod val="7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· 1</a:t>
            </a:r>
            <a:endParaRPr lang="zh-CN" altLang="en-US" sz="1200" dirty="0">
              <a:solidFill>
                <a:schemeClr val="bg1">
                  <a:lumMod val="75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cxnSp>
        <p:nvCxnSpPr>
          <p:cNvPr id="67" name="直接连接符 66">
            <a:extLst>
              <a:ext uri="{FF2B5EF4-FFF2-40B4-BE49-F238E27FC236}">
                <a16:creationId xmlns:a16="http://schemas.microsoft.com/office/drawing/2014/main" id="{5D9887E3-FBAE-0981-AD93-96D95C8494CE}"/>
              </a:ext>
            </a:extLst>
          </p:cNvPr>
          <p:cNvCxnSpPr>
            <a:cxnSpLocks/>
          </p:cNvCxnSpPr>
          <p:nvPr/>
        </p:nvCxnSpPr>
        <p:spPr>
          <a:xfrm>
            <a:off x="3683684" y="5720825"/>
            <a:ext cx="499442" cy="0"/>
          </a:xfrm>
          <a:prstGeom prst="line">
            <a:avLst/>
          </a:prstGeom>
          <a:solidFill>
            <a:schemeClr val="accent3">
              <a:lumMod val="60000"/>
              <a:lumOff val="40000"/>
            </a:schemeClr>
          </a:solidFill>
          <a:ln w="635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42191872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3" name="组合 472">
            <a:extLst>
              <a:ext uri="{FF2B5EF4-FFF2-40B4-BE49-F238E27FC236}">
                <a16:creationId xmlns:a16="http://schemas.microsoft.com/office/drawing/2014/main" id="{DB537431-6EBC-3791-B755-D6B23E8F9DEA}"/>
              </a:ext>
            </a:extLst>
          </p:cNvPr>
          <p:cNvGrpSpPr/>
          <p:nvPr/>
        </p:nvGrpSpPr>
        <p:grpSpPr>
          <a:xfrm>
            <a:off x="182525" y="6202157"/>
            <a:ext cx="6492949" cy="4564775"/>
            <a:chOff x="182525" y="291294"/>
            <a:chExt cx="6492949" cy="4564775"/>
          </a:xfrm>
        </p:grpSpPr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200F7AB1-2837-E91C-DD83-87902EDE2146}"/>
                </a:ext>
              </a:extLst>
            </p:cNvPr>
            <p:cNvSpPr>
              <a:spLocks/>
            </p:cNvSpPr>
            <p:nvPr/>
          </p:nvSpPr>
          <p:spPr>
            <a:xfrm>
              <a:off x="182525" y="291294"/>
              <a:ext cx="6492949" cy="4564775"/>
            </a:xfrm>
            <a:prstGeom prst="roundRect">
              <a:avLst>
                <a:gd name="adj" fmla="val 2412"/>
              </a:avLst>
            </a:prstGeom>
            <a:solidFill>
              <a:srgbClr val="FAF9F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1"/>
            </a:p>
          </p:txBody>
        </p:sp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D7EBFD05-130E-708B-73B8-07C75166FF52}"/>
                </a:ext>
              </a:extLst>
            </p:cNvPr>
            <p:cNvSpPr txBox="1"/>
            <p:nvPr/>
          </p:nvSpPr>
          <p:spPr>
            <a:xfrm>
              <a:off x="260094" y="412118"/>
              <a:ext cx="2139696" cy="3079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401" dirty="0">
                  <a:solidFill>
                    <a:srgbClr val="444541"/>
                  </a:solidFill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USAGE</a:t>
              </a:r>
              <a:endParaRPr lang="zh-CN" altLang="en-US" sz="1401" dirty="0">
                <a:solidFill>
                  <a:srgbClr val="44454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F242E4BA-F0CE-5879-02CB-5FE889F3215F}"/>
                </a:ext>
              </a:extLst>
            </p:cNvPr>
            <p:cNvSpPr txBox="1"/>
            <p:nvPr/>
          </p:nvSpPr>
          <p:spPr>
            <a:xfrm>
              <a:off x="298478" y="720715"/>
              <a:ext cx="1212114" cy="246349"/>
            </a:xfrm>
            <a:prstGeom prst="rect">
              <a:avLst/>
            </a:prstGeom>
            <a:noFill/>
          </p:spPr>
          <p:txBody>
            <a:bodyPr wrap="square" lIns="36000">
              <a:spAutoFit/>
            </a:bodyPr>
            <a:lstStyle>
              <a:defPPr>
                <a:defRPr lang="zh-CN"/>
              </a:defPPr>
              <a:lvl1pPr>
                <a:defRPr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Heavy" panose="020B0A00000000000000" pitchFamily="34" charset="-122"/>
                  <a:ea typeface="思源黑体 CN Heavy" panose="020B0A00000000000000" pitchFamily="34" charset="-122"/>
                </a:defRPr>
              </a:lvl1pPr>
            </a:lstStyle>
            <a:p>
              <a:r>
                <a:rPr lang="en-US" altLang="zh-CN" sz="1001" dirty="0">
                  <a:solidFill>
                    <a:schemeClr val="tx1">
                      <a:lumMod val="75000"/>
                      <a:lumOff val="25000"/>
                      <a:alpha val="50000"/>
                    </a:schemeClr>
                  </a:solidFill>
                </a:rPr>
                <a:t>Student</a:t>
              </a:r>
              <a:r>
                <a:rPr lang="zh-CN" altLang="en-US" sz="1001" dirty="0">
                  <a:solidFill>
                    <a:schemeClr val="tx1">
                      <a:lumMod val="75000"/>
                      <a:lumOff val="25000"/>
                      <a:alpha val="50000"/>
                    </a:schemeClr>
                  </a:solidFill>
                </a:rPr>
                <a:t> </a:t>
              </a:r>
              <a:r>
                <a:rPr lang="en-US" altLang="zh-CN" sz="1001" dirty="0">
                  <a:solidFill>
                    <a:schemeClr val="tx1">
                      <a:lumMod val="75000"/>
                      <a:lumOff val="25000"/>
                      <a:alpha val="50000"/>
                    </a:schemeClr>
                  </a:solidFill>
                </a:rPr>
                <a:t>Model</a:t>
              </a:r>
            </a:p>
          </p:txBody>
        </p:sp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98C70F85-03AB-5504-8389-1B81393EC761}"/>
                </a:ext>
              </a:extLst>
            </p:cNvPr>
            <p:cNvGrpSpPr/>
            <p:nvPr/>
          </p:nvGrpSpPr>
          <p:grpSpPr>
            <a:xfrm>
              <a:off x="335673" y="1931194"/>
              <a:ext cx="1455996" cy="635059"/>
              <a:chOff x="2301242" y="1399482"/>
              <a:chExt cx="1288313" cy="635058"/>
            </a:xfrm>
          </p:grpSpPr>
          <p:sp>
            <p:nvSpPr>
              <p:cNvPr id="10" name="矩形: 圆角 9">
                <a:extLst>
                  <a:ext uri="{FF2B5EF4-FFF2-40B4-BE49-F238E27FC236}">
                    <a16:creationId xmlns:a16="http://schemas.microsoft.com/office/drawing/2014/main" id="{96819B29-C433-4920-7DCA-E195C9AC1316}"/>
                  </a:ext>
                </a:extLst>
              </p:cNvPr>
              <p:cNvSpPr/>
              <p:nvPr/>
            </p:nvSpPr>
            <p:spPr>
              <a:xfrm>
                <a:off x="2301242" y="1399482"/>
                <a:ext cx="1288313" cy="635058"/>
              </a:xfrm>
              <a:prstGeom prst="roundRect">
                <a:avLst>
                  <a:gd name="adj" fmla="val 5265"/>
                </a:avLst>
              </a:prstGeom>
              <a:solidFill>
                <a:srgbClr val="EEEAE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1"/>
              </a:p>
            </p:txBody>
          </p:sp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B5458123-7E30-8664-A6EC-6451211C2176}"/>
                  </a:ext>
                </a:extLst>
              </p:cNvPr>
              <p:cNvSpPr txBox="1"/>
              <p:nvPr/>
            </p:nvSpPr>
            <p:spPr>
              <a:xfrm>
                <a:off x="2301242" y="1742367"/>
                <a:ext cx="1120675" cy="2463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>
                  <a:defRPr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 CN Heavy" panose="020B0A00000000000000" pitchFamily="34" charset="-122"/>
                    <a:ea typeface="思源黑体 CN Heavy" panose="020B0A00000000000000" pitchFamily="34" charset="-122"/>
                  </a:defRPr>
                </a:lvl1pPr>
              </a:lstStyle>
              <a:p>
                <a:r>
                  <a:rPr lang="en-US" altLang="zh-CN" sz="1001" dirty="0">
                    <a:solidFill>
                      <a:schemeClr val="tx1">
                        <a:lumMod val="75000"/>
                        <a:lumOff val="25000"/>
                        <a:alpha val="50000"/>
                      </a:schemeClr>
                    </a:solidFill>
                    <a:latin typeface="思源黑体 CN Regular" panose="020B0500000000000000" pitchFamily="34" charset="-122"/>
                    <a:ea typeface="思源黑体 CN Regular" panose="020B0500000000000000" pitchFamily="34" charset="-122"/>
                  </a:rPr>
                  <a:t>Token Usage</a:t>
                </a:r>
              </a:p>
            </p:txBody>
          </p:sp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CD6DD30E-D560-D9AD-A2BE-632B072D4C5A}"/>
                  </a:ext>
                </a:extLst>
              </p:cNvPr>
              <p:cNvSpPr txBox="1"/>
              <p:nvPr/>
            </p:nvSpPr>
            <p:spPr>
              <a:xfrm>
                <a:off x="2301242" y="1417446"/>
                <a:ext cx="1249484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>
                  <a:defRPr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 CN Heavy" panose="020B0A00000000000000" pitchFamily="34" charset="-122"/>
                    <a:ea typeface="思源黑体 CN Heavy" panose="020B0A00000000000000" pitchFamily="34" charset="-122"/>
                  </a:defRPr>
                </a:lvl1pPr>
              </a:lstStyle>
              <a:p>
                <a:r>
                  <a:rPr lang="en-US" altLang="zh-CN" sz="1600" b="1" dirty="0">
                    <a:solidFill>
                      <a:srgbClr val="444541"/>
                    </a:solidFill>
                    <a:latin typeface="Georgia" panose="02040502050405020303" pitchFamily="18" charset="0"/>
                  </a:rPr>
                  <a:t>2,104,350</a:t>
                </a:r>
                <a:endParaRPr lang="en-US" altLang="zh-CN" sz="1600" dirty="0">
                  <a:latin typeface="思源黑体 CN Regular" panose="020B0500000000000000" pitchFamily="34" charset="-122"/>
                  <a:ea typeface="思源黑体 CN Regular" panose="020B0500000000000000" pitchFamily="34" charset="-122"/>
                </a:endParaRPr>
              </a:p>
            </p:txBody>
          </p:sp>
        </p:grp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A037021E-DA2F-3ECE-C1BD-C8020906F302}"/>
                </a:ext>
              </a:extLst>
            </p:cNvPr>
            <p:cNvSpPr txBox="1"/>
            <p:nvPr/>
          </p:nvSpPr>
          <p:spPr>
            <a:xfrm>
              <a:off x="321750" y="1684971"/>
              <a:ext cx="1212114" cy="246349"/>
            </a:xfrm>
            <a:prstGeom prst="rect">
              <a:avLst/>
            </a:prstGeom>
            <a:noFill/>
          </p:spPr>
          <p:txBody>
            <a:bodyPr wrap="square" lIns="36000">
              <a:spAutoFit/>
            </a:bodyPr>
            <a:lstStyle>
              <a:defPPr>
                <a:defRPr lang="zh-CN"/>
              </a:defPPr>
              <a:lvl1pPr>
                <a:defRPr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Heavy" panose="020B0A00000000000000" pitchFamily="34" charset="-122"/>
                  <a:ea typeface="思源黑体 CN Heavy" panose="020B0A00000000000000" pitchFamily="34" charset="-122"/>
                </a:defRPr>
              </a:lvl1pPr>
            </a:lstStyle>
            <a:p>
              <a:r>
                <a:rPr lang="en-US" altLang="zh-CN" sz="1001" dirty="0">
                  <a:solidFill>
                    <a:schemeClr val="tx1">
                      <a:lumMod val="75000"/>
                      <a:lumOff val="25000"/>
                      <a:alpha val="50000"/>
                    </a:schemeClr>
                  </a:solidFill>
                </a:rPr>
                <a:t>Teacher Model</a:t>
              </a:r>
            </a:p>
          </p:txBody>
        </p:sp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D14238C5-E368-BD86-FA12-74CC106C1A2D}"/>
                </a:ext>
              </a:extLst>
            </p:cNvPr>
            <p:cNvGrpSpPr/>
            <p:nvPr/>
          </p:nvGrpSpPr>
          <p:grpSpPr>
            <a:xfrm>
              <a:off x="1901304" y="1931195"/>
              <a:ext cx="1455996" cy="635059"/>
              <a:chOff x="2301242" y="1399482"/>
              <a:chExt cx="1288313" cy="635058"/>
            </a:xfrm>
          </p:grpSpPr>
          <p:sp>
            <p:nvSpPr>
              <p:cNvPr id="19" name="矩形: 圆角 18">
                <a:extLst>
                  <a:ext uri="{FF2B5EF4-FFF2-40B4-BE49-F238E27FC236}">
                    <a16:creationId xmlns:a16="http://schemas.microsoft.com/office/drawing/2014/main" id="{62B0FEB3-2B95-BD77-3020-C4634820D726}"/>
                  </a:ext>
                </a:extLst>
              </p:cNvPr>
              <p:cNvSpPr/>
              <p:nvPr/>
            </p:nvSpPr>
            <p:spPr>
              <a:xfrm>
                <a:off x="2301242" y="1399482"/>
                <a:ext cx="1288313" cy="635058"/>
              </a:xfrm>
              <a:prstGeom prst="roundRect">
                <a:avLst>
                  <a:gd name="adj" fmla="val 5265"/>
                </a:avLst>
              </a:prstGeom>
              <a:solidFill>
                <a:srgbClr val="EEEAE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1"/>
              </a:p>
            </p:txBody>
          </p:sp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075CB9BD-7B14-33A3-B9F0-287A5921A566}"/>
                  </a:ext>
                </a:extLst>
              </p:cNvPr>
              <p:cNvSpPr txBox="1"/>
              <p:nvPr/>
            </p:nvSpPr>
            <p:spPr>
              <a:xfrm>
                <a:off x="2301242" y="1742367"/>
                <a:ext cx="1120675" cy="2463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>
                  <a:defRPr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 CN Heavy" panose="020B0A00000000000000" pitchFamily="34" charset="-122"/>
                    <a:ea typeface="思源黑体 CN Heavy" panose="020B0A00000000000000" pitchFamily="34" charset="-122"/>
                  </a:defRPr>
                </a:lvl1pPr>
              </a:lstStyle>
              <a:p>
                <a:r>
                  <a:rPr lang="en-US" altLang="zh-CN" sz="1001" dirty="0">
                    <a:solidFill>
                      <a:schemeClr val="tx1">
                        <a:lumMod val="75000"/>
                        <a:lumOff val="25000"/>
                        <a:alpha val="50000"/>
                      </a:schemeClr>
                    </a:solidFill>
                    <a:latin typeface="思源黑体 CN Regular" panose="020B0500000000000000" pitchFamily="34" charset="-122"/>
                    <a:ea typeface="思源黑体 CN Regular" panose="020B0500000000000000" pitchFamily="34" charset="-122"/>
                  </a:rPr>
                  <a:t>Cached Token</a:t>
                </a:r>
              </a:p>
            </p:txBody>
          </p:sp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7C1CD274-3915-651C-290C-FDC62377E756}"/>
                  </a:ext>
                </a:extLst>
              </p:cNvPr>
              <p:cNvSpPr txBox="1"/>
              <p:nvPr/>
            </p:nvSpPr>
            <p:spPr>
              <a:xfrm>
                <a:off x="2301242" y="1417446"/>
                <a:ext cx="1249484" cy="338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>
                  <a:defRPr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 CN Heavy" panose="020B0A00000000000000" pitchFamily="34" charset="-122"/>
                    <a:ea typeface="思源黑体 CN Heavy" panose="020B0A00000000000000" pitchFamily="34" charset="-122"/>
                  </a:defRPr>
                </a:lvl1pPr>
              </a:lstStyle>
              <a:p>
                <a:r>
                  <a:rPr lang="en-US" altLang="zh-CN" sz="1600" b="1" dirty="0">
                    <a:solidFill>
                      <a:srgbClr val="444541"/>
                    </a:solidFill>
                    <a:latin typeface="Georgia" panose="02040502050405020303" pitchFamily="18" charset="0"/>
                  </a:rPr>
                  <a:t>57 %</a:t>
                </a:r>
                <a:endParaRPr lang="en-US" altLang="zh-CN" sz="1600" dirty="0">
                  <a:latin typeface="思源黑体 CN Regular" panose="020B0500000000000000" pitchFamily="34" charset="-122"/>
                  <a:ea typeface="思源黑体 CN Regular" panose="020B0500000000000000" pitchFamily="34" charset="-122"/>
                </a:endParaRPr>
              </a:p>
            </p:txBody>
          </p:sp>
        </p:grpSp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CF151237-6C00-91F6-3537-AFA93B01C156}"/>
                </a:ext>
              </a:extLst>
            </p:cNvPr>
            <p:cNvGrpSpPr/>
            <p:nvPr/>
          </p:nvGrpSpPr>
          <p:grpSpPr>
            <a:xfrm>
              <a:off x="321752" y="966938"/>
              <a:ext cx="1455996" cy="635059"/>
              <a:chOff x="2301242" y="1399482"/>
              <a:chExt cx="1288313" cy="635058"/>
            </a:xfrm>
          </p:grpSpPr>
          <p:sp>
            <p:nvSpPr>
              <p:cNvPr id="23" name="矩形: 圆角 22">
                <a:extLst>
                  <a:ext uri="{FF2B5EF4-FFF2-40B4-BE49-F238E27FC236}">
                    <a16:creationId xmlns:a16="http://schemas.microsoft.com/office/drawing/2014/main" id="{CAD964C1-C298-AF6D-26FA-837520F36247}"/>
                  </a:ext>
                </a:extLst>
              </p:cNvPr>
              <p:cNvSpPr/>
              <p:nvPr/>
            </p:nvSpPr>
            <p:spPr>
              <a:xfrm>
                <a:off x="2301242" y="1399482"/>
                <a:ext cx="1288313" cy="635058"/>
              </a:xfrm>
              <a:prstGeom prst="roundRect">
                <a:avLst>
                  <a:gd name="adj" fmla="val 5265"/>
                </a:avLst>
              </a:prstGeom>
              <a:solidFill>
                <a:srgbClr val="EEEAE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1"/>
              </a:p>
            </p:txBody>
          </p:sp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D67E23C3-9BEC-8550-C7F2-7034A284FB72}"/>
                  </a:ext>
                </a:extLst>
              </p:cNvPr>
              <p:cNvSpPr txBox="1"/>
              <p:nvPr/>
            </p:nvSpPr>
            <p:spPr>
              <a:xfrm>
                <a:off x="2301242" y="1742367"/>
                <a:ext cx="1120675" cy="2463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>
                  <a:defRPr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 CN Heavy" panose="020B0A00000000000000" pitchFamily="34" charset="-122"/>
                    <a:ea typeface="思源黑体 CN Heavy" panose="020B0A00000000000000" pitchFamily="34" charset="-122"/>
                  </a:defRPr>
                </a:lvl1pPr>
              </a:lstStyle>
              <a:p>
                <a:r>
                  <a:rPr lang="en-US" altLang="zh-CN" sz="1001" dirty="0">
                    <a:solidFill>
                      <a:schemeClr val="tx1">
                        <a:lumMod val="75000"/>
                        <a:lumOff val="25000"/>
                        <a:alpha val="50000"/>
                      </a:schemeClr>
                    </a:solidFill>
                    <a:latin typeface="思源黑体 CN Regular" panose="020B0500000000000000" pitchFamily="34" charset="-122"/>
                    <a:ea typeface="思源黑体 CN Regular" panose="020B0500000000000000" pitchFamily="34" charset="-122"/>
                  </a:rPr>
                  <a:t>Total Usage</a:t>
                </a:r>
              </a:p>
            </p:txBody>
          </p:sp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580103EE-ABD4-DD4E-7807-94E1E02A73EE}"/>
                  </a:ext>
                </a:extLst>
              </p:cNvPr>
              <p:cNvSpPr txBox="1"/>
              <p:nvPr/>
            </p:nvSpPr>
            <p:spPr>
              <a:xfrm>
                <a:off x="2301242" y="1417446"/>
                <a:ext cx="1249484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>
                  <a:defRPr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 CN Heavy" panose="020B0A00000000000000" pitchFamily="34" charset="-122"/>
                    <a:ea typeface="思源黑体 CN Heavy" panose="020B0A00000000000000" pitchFamily="34" charset="-122"/>
                  </a:defRPr>
                </a:lvl1pPr>
              </a:lstStyle>
              <a:p>
                <a:r>
                  <a:rPr lang="en-US" altLang="zh-CN" sz="1600" b="1" dirty="0">
                    <a:solidFill>
                      <a:srgbClr val="444541"/>
                    </a:solidFill>
                    <a:latin typeface="Georgia" panose="02040502050405020303" pitchFamily="18" charset="0"/>
                  </a:rPr>
                  <a:t>392,091</a:t>
                </a:r>
                <a:endParaRPr lang="en-US" altLang="zh-CN" sz="1600" dirty="0">
                  <a:latin typeface="思源黑体 CN Regular" panose="020B0500000000000000" pitchFamily="34" charset="-122"/>
                  <a:ea typeface="思源黑体 CN Regular" panose="020B0500000000000000" pitchFamily="34" charset="-122"/>
                </a:endParaRPr>
              </a:p>
            </p:txBody>
          </p:sp>
        </p:grpSp>
        <p:grpSp>
          <p:nvGrpSpPr>
            <p:cNvPr id="26" name="组合 25">
              <a:extLst>
                <a:ext uri="{FF2B5EF4-FFF2-40B4-BE49-F238E27FC236}">
                  <a16:creationId xmlns:a16="http://schemas.microsoft.com/office/drawing/2014/main" id="{2B95A379-27E8-BA53-5E98-E67F420C0C69}"/>
                </a:ext>
              </a:extLst>
            </p:cNvPr>
            <p:cNvGrpSpPr/>
            <p:nvPr/>
          </p:nvGrpSpPr>
          <p:grpSpPr>
            <a:xfrm>
              <a:off x="1873457" y="966939"/>
              <a:ext cx="1455996" cy="635059"/>
              <a:chOff x="2301242" y="1399482"/>
              <a:chExt cx="1288313" cy="635058"/>
            </a:xfrm>
          </p:grpSpPr>
          <p:sp>
            <p:nvSpPr>
              <p:cNvPr id="27" name="矩形: 圆角 26">
                <a:extLst>
                  <a:ext uri="{FF2B5EF4-FFF2-40B4-BE49-F238E27FC236}">
                    <a16:creationId xmlns:a16="http://schemas.microsoft.com/office/drawing/2014/main" id="{7B7BF267-B196-15AB-D2AA-86463D72A29D}"/>
                  </a:ext>
                </a:extLst>
              </p:cNvPr>
              <p:cNvSpPr/>
              <p:nvPr/>
            </p:nvSpPr>
            <p:spPr>
              <a:xfrm>
                <a:off x="2301242" y="1399482"/>
                <a:ext cx="1288313" cy="635058"/>
              </a:xfrm>
              <a:prstGeom prst="roundRect">
                <a:avLst>
                  <a:gd name="adj" fmla="val 5265"/>
                </a:avLst>
              </a:prstGeom>
              <a:solidFill>
                <a:srgbClr val="EEEAE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1"/>
              </a:p>
            </p:txBody>
          </p:sp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9D1440D0-215D-4F04-41AB-45A8AC42233E}"/>
                  </a:ext>
                </a:extLst>
              </p:cNvPr>
              <p:cNvSpPr txBox="1"/>
              <p:nvPr/>
            </p:nvSpPr>
            <p:spPr>
              <a:xfrm>
                <a:off x="2301242" y="1742367"/>
                <a:ext cx="1120675" cy="2463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>
                  <a:defRPr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 CN Heavy" panose="020B0A00000000000000" pitchFamily="34" charset="-122"/>
                    <a:ea typeface="思源黑体 CN Heavy" panose="020B0A00000000000000" pitchFamily="34" charset="-122"/>
                  </a:defRPr>
                </a:lvl1pPr>
              </a:lstStyle>
              <a:p>
                <a:r>
                  <a:rPr lang="en-US" altLang="zh-CN" sz="1001" dirty="0">
                    <a:solidFill>
                      <a:schemeClr val="tx1">
                        <a:lumMod val="75000"/>
                        <a:lumOff val="25000"/>
                        <a:alpha val="50000"/>
                      </a:schemeClr>
                    </a:solidFill>
                    <a:latin typeface="思源黑体 CN Regular" panose="020B0500000000000000" pitchFamily="34" charset="-122"/>
                    <a:ea typeface="思源黑体 CN Regular" panose="020B0500000000000000" pitchFamily="34" charset="-122"/>
                  </a:rPr>
                  <a:t>Cached Token</a:t>
                </a:r>
              </a:p>
            </p:txBody>
          </p:sp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0FAED46C-4AE9-F5EF-BE51-3F5BF70F6821}"/>
                  </a:ext>
                </a:extLst>
              </p:cNvPr>
              <p:cNvSpPr txBox="1"/>
              <p:nvPr/>
            </p:nvSpPr>
            <p:spPr>
              <a:xfrm>
                <a:off x="2301242" y="1417446"/>
                <a:ext cx="1249484" cy="338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>
                  <a:defRPr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 CN Heavy" panose="020B0A00000000000000" pitchFamily="34" charset="-122"/>
                    <a:ea typeface="思源黑体 CN Heavy" panose="020B0A00000000000000" pitchFamily="34" charset="-122"/>
                  </a:defRPr>
                </a:lvl1pPr>
              </a:lstStyle>
              <a:p>
                <a:r>
                  <a:rPr lang="en-US" altLang="zh-CN" sz="1600" b="1" dirty="0">
                    <a:solidFill>
                      <a:srgbClr val="444541"/>
                    </a:solidFill>
                    <a:latin typeface="Georgia" panose="02040502050405020303" pitchFamily="18" charset="0"/>
                  </a:rPr>
                  <a:t>57 %</a:t>
                </a:r>
                <a:endParaRPr lang="en-US" altLang="zh-CN" sz="1600" dirty="0">
                  <a:latin typeface="思源黑体 CN Regular" panose="020B0500000000000000" pitchFamily="34" charset="-122"/>
                  <a:ea typeface="思源黑体 CN Regular" panose="020B0500000000000000" pitchFamily="34" charset="-122"/>
                </a:endParaRPr>
              </a:p>
            </p:txBody>
          </p:sp>
        </p:grpSp>
        <p:sp>
          <p:nvSpPr>
            <p:cNvPr id="32" name="矩形: 圆角 31">
              <a:extLst>
                <a:ext uri="{FF2B5EF4-FFF2-40B4-BE49-F238E27FC236}">
                  <a16:creationId xmlns:a16="http://schemas.microsoft.com/office/drawing/2014/main" id="{31C8BBA7-009E-A975-1756-EEE7A8807701}"/>
                </a:ext>
              </a:extLst>
            </p:cNvPr>
            <p:cNvSpPr/>
            <p:nvPr/>
          </p:nvSpPr>
          <p:spPr>
            <a:xfrm>
              <a:off x="335673" y="2659529"/>
              <a:ext cx="6148238" cy="2057913"/>
            </a:xfrm>
            <a:prstGeom prst="roundRect">
              <a:avLst>
                <a:gd name="adj" fmla="val 3163"/>
              </a:avLst>
            </a:prstGeom>
            <a:solidFill>
              <a:srgbClr val="EEEA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1"/>
            </a:p>
          </p:txBody>
        </p:sp>
        <p:grpSp>
          <p:nvGrpSpPr>
            <p:cNvPr id="42" name="组合 41">
              <a:extLst>
                <a:ext uri="{FF2B5EF4-FFF2-40B4-BE49-F238E27FC236}">
                  <a16:creationId xmlns:a16="http://schemas.microsoft.com/office/drawing/2014/main" id="{A1B4A66D-E079-7400-AD18-D76F16883036}"/>
                </a:ext>
              </a:extLst>
            </p:cNvPr>
            <p:cNvGrpSpPr/>
            <p:nvPr/>
          </p:nvGrpSpPr>
          <p:grpSpPr>
            <a:xfrm>
              <a:off x="473001" y="2925938"/>
              <a:ext cx="1302229" cy="1302229"/>
              <a:chOff x="5013960" y="2915920"/>
              <a:chExt cx="894080" cy="894080"/>
            </a:xfrm>
          </p:grpSpPr>
          <p:sp>
            <p:nvSpPr>
              <p:cNvPr id="35" name="不完整圆 34">
                <a:extLst>
                  <a:ext uri="{FF2B5EF4-FFF2-40B4-BE49-F238E27FC236}">
                    <a16:creationId xmlns:a16="http://schemas.microsoft.com/office/drawing/2014/main" id="{E16882AA-6A74-B09A-6E02-FE98732BC6DB}"/>
                  </a:ext>
                </a:extLst>
              </p:cNvPr>
              <p:cNvSpPr/>
              <p:nvPr/>
            </p:nvSpPr>
            <p:spPr>
              <a:xfrm>
                <a:off x="5013960" y="2915920"/>
                <a:ext cx="894080" cy="894080"/>
              </a:xfrm>
              <a:prstGeom prst="pie">
                <a:avLst>
                  <a:gd name="adj1" fmla="val 0"/>
                  <a:gd name="adj2" fmla="val 2985819"/>
                </a:avLst>
              </a:prstGeom>
              <a:solidFill>
                <a:srgbClr val="BDAD8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1">
                  <a:solidFill>
                    <a:schemeClr val="tx1"/>
                  </a:solidFill>
                </a:endParaRPr>
              </a:p>
            </p:txBody>
          </p:sp>
          <p:sp>
            <p:nvSpPr>
              <p:cNvPr id="36" name="不完整圆 35">
                <a:extLst>
                  <a:ext uri="{FF2B5EF4-FFF2-40B4-BE49-F238E27FC236}">
                    <a16:creationId xmlns:a16="http://schemas.microsoft.com/office/drawing/2014/main" id="{839F4B7B-2AEA-221F-1B10-313BEB92AB5A}"/>
                  </a:ext>
                </a:extLst>
              </p:cNvPr>
              <p:cNvSpPr/>
              <p:nvPr/>
            </p:nvSpPr>
            <p:spPr>
              <a:xfrm>
                <a:off x="5013960" y="2915920"/>
                <a:ext cx="894080" cy="894080"/>
              </a:xfrm>
              <a:prstGeom prst="pie">
                <a:avLst>
                  <a:gd name="adj1" fmla="val 2913692"/>
                  <a:gd name="adj2" fmla="val 7163321"/>
                </a:avLst>
              </a:pr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1">
                  <a:solidFill>
                    <a:schemeClr val="tx1"/>
                  </a:solidFill>
                </a:endParaRPr>
              </a:p>
            </p:txBody>
          </p:sp>
          <p:sp>
            <p:nvSpPr>
              <p:cNvPr id="37" name="不完整圆 36">
                <a:extLst>
                  <a:ext uri="{FF2B5EF4-FFF2-40B4-BE49-F238E27FC236}">
                    <a16:creationId xmlns:a16="http://schemas.microsoft.com/office/drawing/2014/main" id="{579B33B4-20E4-0CB0-F692-B5E5E0254D3C}"/>
                  </a:ext>
                </a:extLst>
              </p:cNvPr>
              <p:cNvSpPr/>
              <p:nvPr/>
            </p:nvSpPr>
            <p:spPr>
              <a:xfrm>
                <a:off x="5013960" y="2915920"/>
                <a:ext cx="894080" cy="894080"/>
              </a:xfrm>
              <a:prstGeom prst="pie">
                <a:avLst>
                  <a:gd name="adj1" fmla="val 7159316"/>
                  <a:gd name="adj2" fmla="val 18980669"/>
                </a:avLst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1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不完整圆 37">
                <a:extLst>
                  <a:ext uri="{FF2B5EF4-FFF2-40B4-BE49-F238E27FC236}">
                    <a16:creationId xmlns:a16="http://schemas.microsoft.com/office/drawing/2014/main" id="{39B5D841-1A81-1259-5FCB-2E19A66BAB2A}"/>
                  </a:ext>
                </a:extLst>
              </p:cNvPr>
              <p:cNvSpPr/>
              <p:nvPr/>
            </p:nvSpPr>
            <p:spPr>
              <a:xfrm>
                <a:off x="5013960" y="2915920"/>
                <a:ext cx="894080" cy="894080"/>
              </a:xfrm>
              <a:prstGeom prst="pie">
                <a:avLst>
                  <a:gd name="adj1" fmla="val 18977795"/>
                  <a:gd name="adj2" fmla="val 19534744"/>
                </a:avLst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1">
                  <a:solidFill>
                    <a:schemeClr val="tx1"/>
                  </a:solidFill>
                </a:endParaRPr>
              </a:p>
            </p:txBody>
          </p:sp>
          <p:sp>
            <p:nvSpPr>
              <p:cNvPr id="39" name="不完整圆 38">
                <a:extLst>
                  <a:ext uri="{FF2B5EF4-FFF2-40B4-BE49-F238E27FC236}">
                    <a16:creationId xmlns:a16="http://schemas.microsoft.com/office/drawing/2014/main" id="{B2CA64D8-03B2-7FE1-938A-83A134E98B07}"/>
                  </a:ext>
                </a:extLst>
              </p:cNvPr>
              <p:cNvSpPr/>
              <p:nvPr/>
            </p:nvSpPr>
            <p:spPr>
              <a:xfrm>
                <a:off x="5013960" y="2915920"/>
                <a:ext cx="894080" cy="894080"/>
              </a:xfrm>
              <a:prstGeom prst="pie">
                <a:avLst>
                  <a:gd name="adj1" fmla="val 20053370"/>
                  <a:gd name="adj2" fmla="val 21585757"/>
                </a:avLst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1">
                  <a:solidFill>
                    <a:schemeClr val="tx1"/>
                  </a:solidFill>
                </a:endParaRPr>
              </a:p>
            </p:txBody>
          </p:sp>
          <p:sp>
            <p:nvSpPr>
              <p:cNvPr id="40" name="不完整圆 39">
                <a:extLst>
                  <a:ext uri="{FF2B5EF4-FFF2-40B4-BE49-F238E27FC236}">
                    <a16:creationId xmlns:a16="http://schemas.microsoft.com/office/drawing/2014/main" id="{15E356F0-B81B-E7D4-E0D8-8AD52870F31F}"/>
                  </a:ext>
                </a:extLst>
              </p:cNvPr>
              <p:cNvSpPr/>
              <p:nvPr/>
            </p:nvSpPr>
            <p:spPr>
              <a:xfrm>
                <a:off x="5013960" y="2915920"/>
                <a:ext cx="894080" cy="894080"/>
              </a:xfrm>
              <a:prstGeom prst="pie">
                <a:avLst>
                  <a:gd name="adj1" fmla="val 19477235"/>
                  <a:gd name="adj2" fmla="val 20158967"/>
                </a:avLst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1">
                  <a:solidFill>
                    <a:schemeClr val="tx1"/>
                  </a:solidFill>
                </a:endParaRPr>
              </a:p>
            </p:txBody>
          </p:sp>
          <p:sp>
            <p:nvSpPr>
              <p:cNvPr id="41" name="椭圆 40">
                <a:extLst>
                  <a:ext uri="{FF2B5EF4-FFF2-40B4-BE49-F238E27FC236}">
                    <a16:creationId xmlns:a16="http://schemas.microsoft.com/office/drawing/2014/main" id="{749BF6A8-D3FF-E588-737B-D10EC6F116E1}"/>
                  </a:ext>
                </a:extLst>
              </p:cNvPr>
              <p:cNvSpPr/>
              <p:nvPr/>
            </p:nvSpPr>
            <p:spPr>
              <a:xfrm>
                <a:off x="5208907" y="3110867"/>
                <a:ext cx="504188" cy="504188"/>
              </a:xfrm>
              <a:prstGeom prst="ellipse">
                <a:avLst/>
              </a:prstGeom>
              <a:solidFill>
                <a:srgbClr val="EEEAE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1"/>
              </a:p>
            </p:txBody>
          </p:sp>
        </p:grp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254AD1F9-C4A3-6A20-6955-1C21E7FDDB76}"/>
                </a:ext>
              </a:extLst>
            </p:cNvPr>
            <p:cNvSpPr txBox="1"/>
            <p:nvPr/>
          </p:nvSpPr>
          <p:spPr>
            <a:xfrm>
              <a:off x="334694" y="4416251"/>
              <a:ext cx="1412114" cy="2463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defRPr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Heavy" panose="020B0A00000000000000" pitchFamily="34" charset="-122"/>
                  <a:ea typeface="思源黑体 CN Heavy" panose="020B0A00000000000000" pitchFamily="34" charset="-122"/>
                </a:defRPr>
              </a:lvl1pPr>
            </a:lstStyle>
            <a:p>
              <a:r>
                <a:rPr lang="zh-CN" altLang="en-US" sz="1001" dirty="0">
                  <a:solidFill>
                    <a:schemeClr val="tx1">
                      <a:lumMod val="75000"/>
                      <a:lumOff val="25000"/>
                      <a:alpha val="50000"/>
                    </a:schemeClr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角色用量占比排名</a:t>
              </a:r>
              <a:endParaRPr lang="en-US" altLang="zh-CN" sz="1001" dirty="0">
                <a:solidFill>
                  <a:schemeClr val="tx1">
                    <a:lumMod val="75000"/>
                    <a:lumOff val="25000"/>
                    <a:alpha val="5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FCF9C991-D630-BCCF-D2C3-26EA32ED2949}"/>
                </a:ext>
              </a:extLst>
            </p:cNvPr>
            <p:cNvSpPr txBox="1"/>
            <p:nvPr/>
          </p:nvSpPr>
          <p:spPr>
            <a:xfrm>
              <a:off x="1816988" y="2775060"/>
              <a:ext cx="358615" cy="2463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defRPr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Heavy" panose="020B0A00000000000000" pitchFamily="34" charset="-122"/>
                  <a:ea typeface="思源黑体 CN Heavy" panose="020B0A00000000000000" pitchFamily="34" charset="-122"/>
                </a:defRPr>
              </a:lvl1pPr>
            </a:lstStyle>
            <a:p>
              <a:pPr algn="ctr"/>
              <a:r>
                <a:rPr lang="en-US" altLang="zh-CN" sz="1001" dirty="0">
                  <a:solidFill>
                    <a:schemeClr val="tx1">
                      <a:lumMod val="75000"/>
                      <a:lumOff val="25000"/>
                      <a:alpha val="90000"/>
                    </a:schemeClr>
                  </a:solidFill>
                </a:rPr>
                <a:t>*</a:t>
              </a:r>
            </a:p>
          </p:txBody>
        </p:sp>
        <p:grpSp>
          <p:nvGrpSpPr>
            <p:cNvPr id="95" name="组合 94">
              <a:extLst>
                <a:ext uri="{FF2B5EF4-FFF2-40B4-BE49-F238E27FC236}">
                  <a16:creationId xmlns:a16="http://schemas.microsoft.com/office/drawing/2014/main" id="{2E800EA7-419E-9C35-076E-C3D31B3A80CD}"/>
                </a:ext>
              </a:extLst>
            </p:cNvPr>
            <p:cNvGrpSpPr/>
            <p:nvPr/>
          </p:nvGrpSpPr>
          <p:grpSpPr>
            <a:xfrm>
              <a:off x="3464374" y="1931195"/>
              <a:ext cx="1455996" cy="635059"/>
              <a:chOff x="2301242" y="1399482"/>
              <a:chExt cx="1288313" cy="635058"/>
            </a:xfrm>
          </p:grpSpPr>
          <p:sp>
            <p:nvSpPr>
              <p:cNvPr id="96" name="矩形: 圆角 95">
                <a:extLst>
                  <a:ext uri="{FF2B5EF4-FFF2-40B4-BE49-F238E27FC236}">
                    <a16:creationId xmlns:a16="http://schemas.microsoft.com/office/drawing/2014/main" id="{76B8E27D-3816-FFBE-8468-23BBB82CE307}"/>
                  </a:ext>
                </a:extLst>
              </p:cNvPr>
              <p:cNvSpPr/>
              <p:nvPr/>
            </p:nvSpPr>
            <p:spPr>
              <a:xfrm>
                <a:off x="2301242" y="1399482"/>
                <a:ext cx="1288313" cy="635058"/>
              </a:xfrm>
              <a:prstGeom prst="roundRect">
                <a:avLst>
                  <a:gd name="adj" fmla="val 5265"/>
                </a:avLst>
              </a:prstGeom>
              <a:solidFill>
                <a:srgbClr val="EEEAE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1"/>
              </a:p>
            </p:txBody>
          </p:sp>
          <p:sp>
            <p:nvSpPr>
              <p:cNvPr id="97" name="文本框 96">
                <a:extLst>
                  <a:ext uri="{FF2B5EF4-FFF2-40B4-BE49-F238E27FC236}">
                    <a16:creationId xmlns:a16="http://schemas.microsoft.com/office/drawing/2014/main" id="{AE9DF201-F0BA-34AA-CF71-3332FCE99D27}"/>
                  </a:ext>
                </a:extLst>
              </p:cNvPr>
              <p:cNvSpPr txBox="1"/>
              <p:nvPr/>
            </p:nvSpPr>
            <p:spPr>
              <a:xfrm>
                <a:off x="2301242" y="1742367"/>
                <a:ext cx="1120675" cy="2463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>
                  <a:defRPr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 CN Heavy" panose="020B0A00000000000000" pitchFamily="34" charset="-122"/>
                    <a:ea typeface="思源黑体 CN Heavy" panose="020B0A00000000000000" pitchFamily="34" charset="-122"/>
                  </a:defRPr>
                </a:lvl1pPr>
              </a:lstStyle>
              <a:p>
                <a:r>
                  <a:rPr lang="en-US" altLang="zh-CN" sz="1001" dirty="0">
                    <a:solidFill>
                      <a:schemeClr val="tx1">
                        <a:lumMod val="75000"/>
                        <a:lumOff val="25000"/>
                        <a:alpha val="50000"/>
                      </a:schemeClr>
                    </a:solidFill>
                    <a:latin typeface="思源黑体 CN Regular" panose="020B0500000000000000" pitchFamily="34" charset="-122"/>
                    <a:ea typeface="思源黑体 CN Regular" panose="020B0500000000000000" pitchFamily="34" charset="-122"/>
                  </a:rPr>
                  <a:t>Model Calls</a:t>
                </a:r>
              </a:p>
            </p:txBody>
          </p:sp>
          <p:sp>
            <p:nvSpPr>
              <p:cNvPr id="98" name="文本框 97">
                <a:extLst>
                  <a:ext uri="{FF2B5EF4-FFF2-40B4-BE49-F238E27FC236}">
                    <a16:creationId xmlns:a16="http://schemas.microsoft.com/office/drawing/2014/main" id="{4FB83DE2-CF33-574C-2104-9469E2330A35}"/>
                  </a:ext>
                </a:extLst>
              </p:cNvPr>
              <p:cNvSpPr txBox="1"/>
              <p:nvPr/>
            </p:nvSpPr>
            <p:spPr>
              <a:xfrm>
                <a:off x="2301242" y="1417446"/>
                <a:ext cx="1249484" cy="338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>
                  <a:defRPr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 CN Heavy" panose="020B0A00000000000000" pitchFamily="34" charset="-122"/>
                    <a:ea typeface="思源黑体 CN Heavy" panose="020B0A00000000000000" pitchFamily="34" charset="-122"/>
                  </a:defRPr>
                </a:lvl1pPr>
              </a:lstStyle>
              <a:p>
                <a:r>
                  <a:rPr lang="en-US" altLang="zh-CN" sz="1600" b="1" dirty="0">
                    <a:solidFill>
                      <a:srgbClr val="444541"/>
                    </a:solidFill>
                    <a:latin typeface="Georgia" panose="02040502050405020303" pitchFamily="18" charset="0"/>
                  </a:rPr>
                  <a:t>97</a:t>
                </a:r>
                <a:endParaRPr lang="en-US" altLang="zh-CN" sz="1600" dirty="0">
                  <a:latin typeface="思源黑体 CN Regular" panose="020B0500000000000000" pitchFamily="34" charset="-122"/>
                  <a:ea typeface="思源黑体 CN Regular" panose="020B0500000000000000" pitchFamily="34" charset="-122"/>
                </a:endParaRPr>
              </a:p>
            </p:txBody>
          </p:sp>
        </p:grpSp>
        <p:grpSp>
          <p:nvGrpSpPr>
            <p:cNvPr id="99" name="组合 98">
              <a:extLst>
                <a:ext uri="{FF2B5EF4-FFF2-40B4-BE49-F238E27FC236}">
                  <a16:creationId xmlns:a16="http://schemas.microsoft.com/office/drawing/2014/main" id="{FD6F2AFE-EB89-0D78-1A93-1E2BC7ECCED7}"/>
                </a:ext>
              </a:extLst>
            </p:cNvPr>
            <p:cNvGrpSpPr/>
            <p:nvPr/>
          </p:nvGrpSpPr>
          <p:grpSpPr>
            <a:xfrm>
              <a:off x="5030002" y="1931195"/>
              <a:ext cx="1455996" cy="635059"/>
              <a:chOff x="2301242" y="1399482"/>
              <a:chExt cx="1288313" cy="635058"/>
            </a:xfrm>
          </p:grpSpPr>
          <p:sp>
            <p:nvSpPr>
              <p:cNvPr id="100" name="矩形: 圆角 99">
                <a:extLst>
                  <a:ext uri="{FF2B5EF4-FFF2-40B4-BE49-F238E27FC236}">
                    <a16:creationId xmlns:a16="http://schemas.microsoft.com/office/drawing/2014/main" id="{784E51B7-FA20-043C-A33A-1F2490BDE088}"/>
                  </a:ext>
                </a:extLst>
              </p:cNvPr>
              <p:cNvSpPr/>
              <p:nvPr/>
            </p:nvSpPr>
            <p:spPr>
              <a:xfrm>
                <a:off x="2301242" y="1399482"/>
                <a:ext cx="1288313" cy="635058"/>
              </a:xfrm>
              <a:prstGeom prst="roundRect">
                <a:avLst>
                  <a:gd name="adj" fmla="val 5265"/>
                </a:avLst>
              </a:prstGeom>
              <a:solidFill>
                <a:srgbClr val="EEEAE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1"/>
              </a:p>
            </p:txBody>
          </p:sp>
          <p:sp>
            <p:nvSpPr>
              <p:cNvPr id="101" name="文本框 100">
                <a:extLst>
                  <a:ext uri="{FF2B5EF4-FFF2-40B4-BE49-F238E27FC236}">
                    <a16:creationId xmlns:a16="http://schemas.microsoft.com/office/drawing/2014/main" id="{A9948D9F-A85F-D529-7638-00585870C056}"/>
                  </a:ext>
                </a:extLst>
              </p:cNvPr>
              <p:cNvSpPr txBox="1"/>
              <p:nvPr/>
            </p:nvSpPr>
            <p:spPr>
              <a:xfrm>
                <a:off x="2301242" y="1742367"/>
                <a:ext cx="1120675" cy="2463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>
                  <a:defRPr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 CN Heavy" panose="020B0A00000000000000" pitchFamily="34" charset="-122"/>
                    <a:ea typeface="思源黑体 CN Heavy" panose="020B0A00000000000000" pitchFamily="34" charset="-122"/>
                  </a:defRPr>
                </a:lvl1pPr>
              </a:lstStyle>
              <a:p>
                <a:r>
                  <a:rPr lang="en-US" altLang="zh-CN" sz="1001" dirty="0">
                    <a:solidFill>
                      <a:schemeClr val="tx1">
                        <a:lumMod val="75000"/>
                        <a:lumOff val="25000"/>
                        <a:alpha val="50000"/>
                      </a:schemeClr>
                    </a:solidFill>
                    <a:latin typeface="思源黑体 CN Regular" panose="020B0500000000000000" pitchFamily="34" charset="-122"/>
                    <a:ea typeface="思源黑体 CN Regular" panose="020B0500000000000000" pitchFamily="34" charset="-122"/>
                  </a:rPr>
                  <a:t>xxx</a:t>
                </a:r>
              </a:p>
            </p:txBody>
          </p:sp>
          <p:sp>
            <p:nvSpPr>
              <p:cNvPr id="102" name="文本框 101">
                <a:extLst>
                  <a:ext uri="{FF2B5EF4-FFF2-40B4-BE49-F238E27FC236}">
                    <a16:creationId xmlns:a16="http://schemas.microsoft.com/office/drawing/2014/main" id="{2A1E8CD0-D0D8-CA83-FAA8-C09C1F05087A}"/>
                  </a:ext>
                </a:extLst>
              </p:cNvPr>
              <p:cNvSpPr txBox="1"/>
              <p:nvPr/>
            </p:nvSpPr>
            <p:spPr>
              <a:xfrm>
                <a:off x="2301242" y="1417446"/>
                <a:ext cx="1249484" cy="338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>
                  <a:defRPr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 CN Heavy" panose="020B0A00000000000000" pitchFamily="34" charset="-122"/>
                    <a:ea typeface="思源黑体 CN Heavy" panose="020B0A00000000000000" pitchFamily="34" charset="-122"/>
                  </a:defRPr>
                </a:lvl1pPr>
              </a:lstStyle>
              <a:p>
                <a:r>
                  <a:rPr lang="en-US" altLang="zh-CN" sz="1600" b="1" dirty="0">
                    <a:solidFill>
                      <a:srgbClr val="444541"/>
                    </a:solidFill>
                    <a:latin typeface="Georgia" panose="02040502050405020303" pitchFamily="18" charset="0"/>
                  </a:rPr>
                  <a:t>--</a:t>
                </a:r>
                <a:endParaRPr lang="en-US" altLang="zh-CN" sz="1600" dirty="0">
                  <a:latin typeface="思源黑体 CN Regular" panose="020B0500000000000000" pitchFamily="34" charset="-122"/>
                  <a:ea typeface="思源黑体 CN Regular" panose="020B0500000000000000" pitchFamily="34" charset="-122"/>
                </a:endParaRPr>
              </a:p>
            </p:txBody>
          </p:sp>
        </p:grpSp>
        <p:grpSp>
          <p:nvGrpSpPr>
            <p:cNvPr id="314" name="组合 313">
              <a:extLst>
                <a:ext uri="{FF2B5EF4-FFF2-40B4-BE49-F238E27FC236}">
                  <a16:creationId xmlns:a16="http://schemas.microsoft.com/office/drawing/2014/main" id="{66DF9ACA-799F-CC7A-F52C-8950A86D41B8}"/>
                </a:ext>
              </a:extLst>
            </p:cNvPr>
            <p:cNvGrpSpPr/>
            <p:nvPr/>
          </p:nvGrpSpPr>
          <p:grpSpPr>
            <a:xfrm>
              <a:off x="1854423" y="2775061"/>
              <a:ext cx="4629490" cy="1867931"/>
              <a:chOff x="2653932" y="2744579"/>
              <a:chExt cx="4629489" cy="1867932"/>
            </a:xfrm>
          </p:grpSpPr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C5DAFE67-00D4-A9C9-5DFD-245445EA7DAB}"/>
                  </a:ext>
                </a:extLst>
              </p:cNvPr>
              <p:cNvSpPr txBox="1"/>
              <p:nvPr/>
            </p:nvSpPr>
            <p:spPr>
              <a:xfrm>
                <a:off x="3124990" y="2960968"/>
                <a:ext cx="1328489" cy="2463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>
                  <a:defRPr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 CN Heavy" panose="020B0A00000000000000" pitchFamily="34" charset="-122"/>
                    <a:ea typeface="思源黑体 CN Heavy" panose="020B0A00000000000000" pitchFamily="34" charset="-122"/>
                  </a:defRPr>
                </a:lvl1pPr>
              </a:lstStyle>
              <a:p>
                <a:r>
                  <a:rPr lang="en-US" altLang="zh-CN" sz="1001" dirty="0">
                    <a:solidFill>
                      <a:schemeClr val="tx1">
                        <a:lumMod val="75000"/>
                        <a:lumOff val="25000"/>
                        <a:alpha val="50000"/>
                      </a:schemeClr>
                    </a:solidFill>
                    <a:latin typeface="思源黑体 CN Regular" panose="020B0500000000000000" pitchFamily="34" charset="-122"/>
                    <a:ea typeface="思源黑体 CN Regular" panose="020B0500000000000000" pitchFamily="34" charset="-122"/>
                  </a:rPr>
                  <a:t>Failure Analyst</a:t>
                </a:r>
              </a:p>
            </p:txBody>
          </p:sp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6B371368-4BAD-3A01-85BA-FE323FB34C24}"/>
                  </a:ext>
                </a:extLst>
              </p:cNvPr>
              <p:cNvSpPr txBox="1"/>
              <p:nvPr/>
            </p:nvSpPr>
            <p:spPr>
              <a:xfrm>
                <a:off x="3434015" y="2744579"/>
                <a:ext cx="773372" cy="2463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>
                  <a:defRPr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 CN Heavy" panose="020B0A00000000000000" pitchFamily="34" charset="-122"/>
                    <a:ea typeface="思源黑体 CN Heavy" panose="020B0A00000000000000" pitchFamily="34" charset="-122"/>
                  </a:defRPr>
                </a:lvl1pPr>
              </a:lstStyle>
              <a:p>
                <a:pPr algn="ctr"/>
                <a:r>
                  <a:rPr lang="en-US" altLang="zh-CN" sz="1001" dirty="0">
                    <a:solidFill>
                      <a:schemeClr val="tx1">
                        <a:lumMod val="75000"/>
                        <a:lumOff val="25000"/>
                        <a:alpha val="90000"/>
                      </a:schemeClr>
                    </a:solidFill>
                  </a:rPr>
                  <a:t>ROLE</a:t>
                </a:r>
              </a:p>
            </p:txBody>
          </p:sp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3AF7BA73-4B81-38E0-42ED-9A2626E1F3F4}"/>
                  </a:ext>
                </a:extLst>
              </p:cNvPr>
              <p:cNvSpPr txBox="1"/>
              <p:nvPr/>
            </p:nvSpPr>
            <p:spPr>
              <a:xfrm>
                <a:off x="4835708" y="2744579"/>
                <a:ext cx="773372" cy="2463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>
                  <a:defRPr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 CN Heavy" panose="020B0A00000000000000" pitchFamily="34" charset="-122"/>
                    <a:ea typeface="思源黑体 CN Heavy" panose="020B0A00000000000000" pitchFamily="34" charset="-122"/>
                  </a:defRPr>
                </a:lvl1pPr>
              </a:lstStyle>
              <a:p>
                <a:pPr algn="ctr"/>
                <a:r>
                  <a:rPr lang="en-US" altLang="zh-CN" sz="1001" dirty="0">
                    <a:solidFill>
                      <a:schemeClr val="tx1">
                        <a:lumMod val="75000"/>
                        <a:lumOff val="25000"/>
                        <a:alpha val="90000"/>
                      </a:schemeClr>
                    </a:solidFill>
                  </a:rPr>
                  <a:t>USAGE</a:t>
                </a:r>
              </a:p>
            </p:txBody>
          </p:sp>
          <p:sp>
            <p:nvSpPr>
              <p:cNvPr id="48" name="文本框 47">
                <a:extLst>
                  <a:ext uri="{FF2B5EF4-FFF2-40B4-BE49-F238E27FC236}">
                    <a16:creationId xmlns:a16="http://schemas.microsoft.com/office/drawing/2014/main" id="{D026BB2D-E548-1EB1-4B4F-117D0A13528F}"/>
                  </a:ext>
                </a:extLst>
              </p:cNvPr>
              <p:cNvSpPr txBox="1"/>
              <p:nvPr/>
            </p:nvSpPr>
            <p:spPr>
              <a:xfrm>
                <a:off x="5818189" y="2744579"/>
                <a:ext cx="773372" cy="2463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>
                  <a:defRPr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 CN Heavy" panose="020B0A00000000000000" pitchFamily="34" charset="-122"/>
                    <a:ea typeface="思源黑体 CN Heavy" panose="020B0A00000000000000" pitchFamily="34" charset="-122"/>
                  </a:defRPr>
                </a:lvl1pPr>
              </a:lstStyle>
              <a:p>
                <a:pPr algn="ctr"/>
                <a:r>
                  <a:rPr lang="en-US" altLang="zh-CN" sz="1001" dirty="0">
                    <a:solidFill>
                      <a:schemeClr val="tx1">
                        <a:lumMod val="75000"/>
                        <a:lumOff val="25000"/>
                        <a:alpha val="90000"/>
                      </a:schemeClr>
                    </a:solidFill>
                  </a:rPr>
                  <a:t>CACHED</a:t>
                </a:r>
              </a:p>
            </p:txBody>
          </p:sp>
          <p:cxnSp>
            <p:nvCxnSpPr>
              <p:cNvPr id="15" name="直接连接符 14">
                <a:extLst>
                  <a:ext uri="{FF2B5EF4-FFF2-40B4-BE49-F238E27FC236}">
                    <a16:creationId xmlns:a16="http://schemas.microsoft.com/office/drawing/2014/main" id="{B0CBC80A-2028-2DC5-E404-D34B743F867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26596" y="2790568"/>
                <a:ext cx="0" cy="170401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>
                <a:extLst>
                  <a:ext uri="{FF2B5EF4-FFF2-40B4-BE49-F238E27FC236}">
                    <a16:creationId xmlns:a16="http://schemas.microsoft.com/office/drawing/2014/main" id="{49E2B02B-604E-F3EC-E363-932984AD270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54134" y="2790568"/>
                <a:ext cx="0" cy="170401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2" name="文本框 51">
                <a:extLst>
                  <a:ext uri="{FF2B5EF4-FFF2-40B4-BE49-F238E27FC236}">
                    <a16:creationId xmlns:a16="http://schemas.microsoft.com/office/drawing/2014/main" id="{30AA8C28-A95B-EF58-EA52-3BDEDE6F6114}"/>
                  </a:ext>
                </a:extLst>
              </p:cNvPr>
              <p:cNvSpPr txBox="1"/>
              <p:nvPr/>
            </p:nvSpPr>
            <p:spPr>
              <a:xfrm>
                <a:off x="2653932" y="2960968"/>
                <a:ext cx="283744" cy="2463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>
                  <a:defRPr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 CN Heavy" panose="020B0A00000000000000" pitchFamily="34" charset="-122"/>
                    <a:ea typeface="思源黑体 CN Heavy" panose="020B0A00000000000000" pitchFamily="34" charset="-122"/>
                  </a:defRPr>
                </a:lvl1pPr>
              </a:lstStyle>
              <a:p>
                <a:r>
                  <a:rPr lang="en-US" altLang="zh-CN" sz="1001" dirty="0">
                    <a:solidFill>
                      <a:schemeClr val="tx1">
                        <a:lumMod val="75000"/>
                        <a:lumOff val="25000"/>
                        <a:alpha val="90000"/>
                      </a:schemeClr>
                    </a:solidFill>
                  </a:rPr>
                  <a:t>1</a:t>
                </a:r>
              </a:p>
            </p:txBody>
          </p:sp>
          <p:sp>
            <p:nvSpPr>
              <p:cNvPr id="55" name="椭圆 54">
                <a:extLst>
                  <a:ext uri="{FF2B5EF4-FFF2-40B4-BE49-F238E27FC236}">
                    <a16:creationId xmlns:a16="http://schemas.microsoft.com/office/drawing/2014/main" id="{347630FE-3CDF-CDB7-75AD-CBB4FDCA8F51}"/>
                  </a:ext>
                </a:extLst>
              </p:cNvPr>
              <p:cNvSpPr/>
              <p:nvPr/>
            </p:nvSpPr>
            <p:spPr>
              <a:xfrm>
                <a:off x="3029414" y="3025938"/>
                <a:ext cx="116281" cy="116281"/>
              </a:xfrm>
              <a:prstGeom prst="ellipse">
                <a:avLst/>
              </a:prstGeom>
              <a:solidFill>
                <a:srgbClr val="00267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1"/>
              </a:p>
            </p:txBody>
          </p:sp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070B39DA-CA0F-CC78-C995-CAFA0CD65E60}"/>
                  </a:ext>
                </a:extLst>
              </p:cNvPr>
              <p:cNvSpPr txBox="1"/>
              <p:nvPr/>
            </p:nvSpPr>
            <p:spPr>
              <a:xfrm>
                <a:off x="4615021" y="2960968"/>
                <a:ext cx="1328489" cy="2463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>
                  <a:defRPr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 CN Heavy" panose="020B0A00000000000000" pitchFamily="34" charset="-122"/>
                    <a:ea typeface="思源黑体 CN Heavy" panose="020B0A00000000000000" pitchFamily="34" charset="-122"/>
                  </a:defRPr>
                </a:lvl1pPr>
              </a:lstStyle>
              <a:p>
                <a:pPr algn="r"/>
                <a:r>
                  <a:rPr lang="en-US" altLang="zh-CN" sz="1001" dirty="0">
                    <a:solidFill>
                      <a:schemeClr val="tx1">
                        <a:lumMod val="75000"/>
                        <a:lumOff val="25000"/>
                        <a:alpha val="50000"/>
                      </a:schemeClr>
                    </a:solidFill>
                    <a:latin typeface="思源黑体 CN Regular" panose="020B0500000000000000" pitchFamily="34" charset="-122"/>
                    <a:ea typeface="思源黑体 CN Regular" panose="020B0500000000000000" pitchFamily="34" charset="-122"/>
                  </a:rPr>
                  <a:t>123,456,789 (55%)</a:t>
                </a:r>
              </a:p>
            </p:txBody>
          </p:sp>
          <p:sp>
            <p:nvSpPr>
              <p:cNvPr id="58" name="文本框 57">
                <a:extLst>
                  <a:ext uri="{FF2B5EF4-FFF2-40B4-BE49-F238E27FC236}">
                    <a16:creationId xmlns:a16="http://schemas.microsoft.com/office/drawing/2014/main" id="{4972BA97-0055-CD2D-AF44-5D295CC70227}"/>
                  </a:ext>
                </a:extLst>
              </p:cNvPr>
              <p:cNvSpPr txBox="1"/>
              <p:nvPr/>
            </p:nvSpPr>
            <p:spPr>
              <a:xfrm>
                <a:off x="5966234" y="2960968"/>
                <a:ext cx="454131" cy="2463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>
                  <a:defRPr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 CN Heavy" panose="020B0A00000000000000" pitchFamily="34" charset="-122"/>
                    <a:ea typeface="思源黑体 CN Heavy" panose="020B0A00000000000000" pitchFamily="34" charset="-122"/>
                  </a:defRPr>
                </a:lvl1pPr>
              </a:lstStyle>
              <a:p>
                <a:r>
                  <a:rPr lang="en-US" altLang="zh-CN" sz="1001" dirty="0">
                    <a:solidFill>
                      <a:schemeClr val="tx1">
                        <a:lumMod val="75000"/>
                        <a:lumOff val="25000"/>
                        <a:alpha val="50000"/>
                      </a:schemeClr>
                    </a:solidFill>
                    <a:latin typeface="思源黑体 CN Regular" panose="020B0500000000000000" pitchFamily="34" charset="-122"/>
                    <a:ea typeface="思源黑体 CN Regular" panose="020B0500000000000000" pitchFamily="34" charset="-122"/>
                  </a:rPr>
                  <a:t>68%</a:t>
                </a:r>
              </a:p>
            </p:txBody>
          </p:sp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8E4897CB-0C19-57FE-5F7A-318FE573AF8A}"/>
                  </a:ext>
                </a:extLst>
              </p:cNvPr>
              <p:cNvSpPr txBox="1"/>
              <p:nvPr/>
            </p:nvSpPr>
            <p:spPr>
              <a:xfrm>
                <a:off x="3124990" y="3155599"/>
                <a:ext cx="1563226" cy="2463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>
                  <a:defRPr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 CN Heavy" panose="020B0A00000000000000" pitchFamily="34" charset="-122"/>
                    <a:ea typeface="思源黑体 CN Heavy" panose="020B0A00000000000000" pitchFamily="34" charset="-122"/>
                  </a:defRPr>
                </a:lvl1pPr>
              </a:lstStyle>
              <a:p>
                <a:r>
                  <a:rPr lang="en-US" altLang="zh-CN" sz="1001" dirty="0">
                    <a:solidFill>
                      <a:schemeClr val="tx1">
                        <a:lumMod val="75000"/>
                        <a:lumOff val="25000"/>
                        <a:alpha val="50000"/>
                      </a:schemeClr>
                    </a:solidFill>
                    <a:latin typeface="思源黑体 CN Regular" panose="020B0500000000000000" pitchFamily="34" charset="-122"/>
                    <a:ea typeface="思源黑体 CN Regular" panose="020B0500000000000000" pitchFamily="34" charset="-122"/>
                  </a:rPr>
                  <a:t>Hypothesis Researcher</a:t>
                </a:r>
              </a:p>
            </p:txBody>
          </p:sp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DA36EAB6-8636-C629-DA7E-1F61972D28D9}"/>
                  </a:ext>
                </a:extLst>
              </p:cNvPr>
              <p:cNvSpPr txBox="1"/>
              <p:nvPr/>
            </p:nvSpPr>
            <p:spPr>
              <a:xfrm>
                <a:off x="2653932" y="3155599"/>
                <a:ext cx="283744" cy="2463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>
                  <a:defRPr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 CN Heavy" panose="020B0A00000000000000" pitchFamily="34" charset="-122"/>
                    <a:ea typeface="思源黑体 CN Heavy" panose="020B0A00000000000000" pitchFamily="34" charset="-122"/>
                  </a:defRPr>
                </a:lvl1pPr>
              </a:lstStyle>
              <a:p>
                <a:r>
                  <a:rPr lang="en-US" altLang="zh-CN" sz="1001" dirty="0">
                    <a:solidFill>
                      <a:schemeClr val="tx1">
                        <a:lumMod val="75000"/>
                        <a:lumOff val="25000"/>
                        <a:alpha val="90000"/>
                      </a:schemeClr>
                    </a:solidFill>
                  </a:rPr>
                  <a:t>2</a:t>
                </a:r>
              </a:p>
            </p:txBody>
          </p:sp>
          <p:sp>
            <p:nvSpPr>
              <p:cNvPr id="61" name="椭圆 60">
                <a:extLst>
                  <a:ext uri="{FF2B5EF4-FFF2-40B4-BE49-F238E27FC236}">
                    <a16:creationId xmlns:a16="http://schemas.microsoft.com/office/drawing/2014/main" id="{DE17D688-ECAF-68F4-F752-C710B57B3038}"/>
                  </a:ext>
                </a:extLst>
              </p:cNvPr>
              <p:cNvSpPr/>
              <p:nvPr/>
            </p:nvSpPr>
            <p:spPr>
              <a:xfrm>
                <a:off x="3029414" y="3220568"/>
                <a:ext cx="116281" cy="116281"/>
              </a:xfrm>
              <a:prstGeom prst="ellipse">
                <a:avLst/>
              </a:prstGeom>
              <a:solidFill>
                <a:srgbClr val="BFA6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1"/>
              </a:p>
            </p:txBody>
          </p:sp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30DE258A-343D-FC39-3A62-51130341B780}"/>
                  </a:ext>
                </a:extLst>
              </p:cNvPr>
              <p:cNvSpPr txBox="1"/>
              <p:nvPr/>
            </p:nvSpPr>
            <p:spPr>
              <a:xfrm>
                <a:off x="4615021" y="3155599"/>
                <a:ext cx="1328489" cy="2463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>
                  <a:defRPr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 CN Heavy" panose="020B0A00000000000000" pitchFamily="34" charset="-122"/>
                    <a:ea typeface="思源黑体 CN Heavy" panose="020B0A00000000000000" pitchFamily="34" charset="-122"/>
                  </a:defRPr>
                </a:lvl1pPr>
              </a:lstStyle>
              <a:p>
                <a:pPr algn="r"/>
                <a:r>
                  <a:rPr lang="en-US" altLang="zh-CN" sz="1001" dirty="0">
                    <a:solidFill>
                      <a:schemeClr val="tx1">
                        <a:lumMod val="75000"/>
                        <a:lumOff val="25000"/>
                        <a:alpha val="50000"/>
                      </a:schemeClr>
                    </a:solidFill>
                    <a:latin typeface="思源黑体 CN Regular" panose="020B0500000000000000" pitchFamily="34" charset="-122"/>
                    <a:ea typeface="思源黑体 CN Regular" panose="020B0500000000000000" pitchFamily="34" charset="-122"/>
                  </a:rPr>
                  <a:t>123,456,789 (55%)</a:t>
                </a:r>
              </a:p>
            </p:txBody>
          </p:sp>
          <p:sp>
            <p:nvSpPr>
              <p:cNvPr id="63" name="文本框 62">
                <a:extLst>
                  <a:ext uri="{FF2B5EF4-FFF2-40B4-BE49-F238E27FC236}">
                    <a16:creationId xmlns:a16="http://schemas.microsoft.com/office/drawing/2014/main" id="{EFB44FFE-FF52-AF3A-B462-F338F4C001F0}"/>
                  </a:ext>
                </a:extLst>
              </p:cNvPr>
              <p:cNvSpPr txBox="1"/>
              <p:nvPr/>
            </p:nvSpPr>
            <p:spPr>
              <a:xfrm>
                <a:off x="5966234" y="3155599"/>
                <a:ext cx="454131" cy="2463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>
                  <a:defRPr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 CN Heavy" panose="020B0A00000000000000" pitchFamily="34" charset="-122"/>
                    <a:ea typeface="思源黑体 CN Heavy" panose="020B0A00000000000000" pitchFamily="34" charset="-122"/>
                  </a:defRPr>
                </a:lvl1pPr>
              </a:lstStyle>
              <a:p>
                <a:r>
                  <a:rPr lang="en-US" altLang="zh-CN" sz="1001" dirty="0">
                    <a:solidFill>
                      <a:schemeClr val="tx1">
                        <a:lumMod val="75000"/>
                        <a:lumOff val="25000"/>
                        <a:alpha val="50000"/>
                      </a:schemeClr>
                    </a:solidFill>
                    <a:latin typeface="思源黑体 CN Regular" panose="020B0500000000000000" pitchFamily="34" charset="-122"/>
                    <a:ea typeface="思源黑体 CN Regular" panose="020B0500000000000000" pitchFamily="34" charset="-122"/>
                  </a:rPr>
                  <a:t>68%</a:t>
                </a:r>
              </a:p>
            </p:txBody>
          </p:sp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BD376C04-87B2-57E9-8B7A-63DCAD0DE408}"/>
                  </a:ext>
                </a:extLst>
              </p:cNvPr>
              <p:cNvSpPr txBox="1"/>
              <p:nvPr/>
            </p:nvSpPr>
            <p:spPr>
              <a:xfrm>
                <a:off x="3124990" y="3357859"/>
                <a:ext cx="1328489" cy="2463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>
                  <a:defRPr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 CN Heavy" panose="020B0A00000000000000" pitchFamily="34" charset="-122"/>
                    <a:ea typeface="思源黑体 CN Heavy" panose="020B0A00000000000000" pitchFamily="34" charset="-122"/>
                  </a:defRPr>
                </a:lvl1pPr>
              </a:lstStyle>
              <a:p>
                <a:r>
                  <a:rPr lang="en-US" altLang="zh-CN" sz="1001" dirty="0">
                    <a:solidFill>
                      <a:schemeClr val="tx1">
                        <a:lumMod val="75000"/>
                        <a:lumOff val="25000"/>
                        <a:alpha val="50000"/>
                      </a:schemeClr>
                    </a:solidFill>
                    <a:latin typeface="思源黑体 CN Regular" panose="020B0500000000000000" pitchFamily="34" charset="-122"/>
                    <a:ea typeface="思源黑体 CN Regular" panose="020B0500000000000000" pitchFamily="34" charset="-122"/>
                  </a:rPr>
                  <a:t>Intervention</a:t>
                </a:r>
              </a:p>
            </p:txBody>
          </p:sp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8AC3EE45-66FE-8161-F351-D9695F3BF4C7}"/>
                  </a:ext>
                </a:extLst>
              </p:cNvPr>
              <p:cNvSpPr txBox="1"/>
              <p:nvPr/>
            </p:nvSpPr>
            <p:spPr>
              <a:xfrm>
                <a:off x="2653932" y="3357859"/>
                <a:ext cx="283744" cy="2463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>
                  <a:defRPr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 CN Heavy" panose="020B0A00000000000000" pitchFamily="34" charset="-122"/>
                    <a:ea typeface="思源黑体 CN Heavy" panose="020B0A00000000000000" pitchFamily="34" charset="-122"/>
                  </a:defRPr>
                </a:lvl1pPr>
              </a:lstStyle>
              <a:p>
                <a:r>
                  <a:rPr lang="en-US" altLang="zh-CN" sz="1001" dirty="0">
                    <a:solidFill>
                      <a:schemeClr val="tx1">
                        <a:lumMod val="75000"/>
                        <a:lumOff val="25000"/>
                        <a:alpha val="90000"/>
                      </a:schemeClr>
                    </a:solidFill>
                  </a:rPr>
                  <a:t>3</a:t>
                </a:r>
              </a:p>
            </p:txBody>
          </p:sp>
          <p:sp>
            <p:nvSpPr>
              <p:cNvPr id="66" name="椭圆 65">
                <a:extLst>
                  <a:ext uri="{FF2B5EF4-FFF2-40B4-BE49-F238E27FC236}">
                    <a16:creationId xmlns:a16="http://schemas.microsoft.com/office/drawing/2014/main" id="{C10BA80C-8EB2-C425-8C5C-75D36C8C2EA6}"/>
                  </a:ext>
                </a:extLst>
              </p:cNvPr>
              <p:cNvSpPr/>
              <p:nvPr/>
            </p:nvSpPr>
            <p:spPr>
              <a:xfrm>
                <a:off x="3029414" y="3422828"/>
                <a:ext cx="116281" cy="116281"/>
              </a:xfrm>
              <a:prstGeom prst="ellipse">
                <a:avLst/>
              </a:prstGeom>
              <a:solidFill>
                <a:srgbClr val="73737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1"/>
              </a:p>
            </p:txBody>
          </p:sp>
          <p:sp>
            <p:nvSpPr>
              <p:cNvPr id="67" name="文本框 66">
                <a:extLst>
                  <a:ext uri="{FF2B5EF4-FFF2-40B4-BE49-F238E27FC236}">
                    <a16:creationId xmlns:a16="http://schemas.microsoft.com/office/drawing/2014/main" id="{4166BE09-9FD5-04F3-C81E-EE92E20858AA}"/>
                  </a:ext>
                </a:extLst>
              </p:cNvPr>
              <p:cNvSpPr txBox="1"/>
              <p:nvPr/>
            </p:nvSpPr>
            <p:spPr>
              <a:xfrm>
                <a:off x="4615021" y="3357859"/>
                <a:ext cx="1328489" cy="2463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>
                  <a:defRPr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 CN Heavy" panose="020B0A00000000000000" pitchFamily="34" charset="-122"/>
                    <a:ea typeface="思源黑体 CN Heavy" panose="020B0A00000000000000" pitchFamily="34" charset="-122"/>
                  </a:defRPr>
                </a:lvl1pPr>
              </a:lstStyle>
              <a:p>
                <a:pPr algn="r"/>
                <a:r>
                  <a:rPr lang="en-US" altLang="zh-CN" sz="1001" dirty="0">
                    <a:solidFill>
                      <a:schemeClr val="tx1">
                        <a:lumMod val="75000"/>
                        <a:lumOff val="25000"/>
                        <a:alpha val="50000"/>
                      </a:schemeClr>
                    </a:solidFill>
                    <a:latin typeface="思源黑体 CN Regular" panose="020B0500000000000000" pitchFamily="34" charset="-122"/>
                    <a:ea typeface="思源黑体 CN Regular" panose="020B0500000000000000" pitchFamily="34" charset="-122"/>
                  </a:rPr>
                  <a:t>123,456,789 (55%)</a:t>
                </a:r>
              </a:p>
            </p:txBody>
          </p:sp>
          <p:sp>
            <p:nvSpPr>
              <p:cNvPr id="68" name="文本框 67">
                <a:extLst>
                  <a:ext uri="{FF2B5EF4-FFF2-40B4-BE49-F238E27FC236}">
                    <a16:creationId xmlns:a16="http://schemas.microsoft.com/office/drawing/2014/main" id="{BD8B924D-99AA-053B-B812-842E1B52BD68}"/>
                  </a:ext>
                </a:extLst>
              </p:cNvPr>
              <p:cNvSpPr txBox="1"/>
              <p:nvPr/>
            </p:nvSpPr>
            <p:spPr>
              <a:xfrm>
                <a:off x="5966234" y="3357859"/>
                <a:ext cx="454131" cy="2463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>
                  <a:defRPr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 CN Heavy" panose="020B0A00000000000000" pitchFamily="34" charset="-122"/>
                    <a:ea typeface="思源黑体 CN Heavy" panose="020B0A00000000000000" pitchFamily="34" charset="-122"/>
                  </a:defRPr>
                </a:lvl1pPr>
              </a:lstStyle>
              <a:p>
                <a:r>
                  <a:rPr lang="en-US" altLang="zh-CN" sz="1001" dirty="0">
                    <a:solidFill>
                      <a:schemeClr val="tx1">
                        <a:lumMod val="75000"/>
                        <a:lumOff val="25000"/>
                        <a:alpha val="50000"/>
                      </a:schemeClr>
                    </a:solidFill>
                    <a:latin typeface="思源黑体 CN Regular" panose="020B0500000000000000" pitchFamily="34" charset="-122"/>
                    <a:ea typeface="思源黑体 CN Regular" panose="020B0500000000000000" pitchFamily="34" charset="-122"/>
                  </a:rPr>
                  <a:t>68%</a:t>
                </a:r>
              </a:p>
            </p:txBody>
          </p:sp>
          <p:sp>
            <p:nvSpPr>
              <p:cNvPr id="69" name="文本框 68">
                <a:extLst>
                  <a:ext uri="{FF2B5EF4-FFF2-40B4-BE49-F238E27FC236}">
                    <a16:creationId xmlns:a16="http://schemas.microsoft.com/office/drawing/2014/main" id="{9A4722F8-DE56-3CB1-900E-399A502CCE8C}"/>
                  </a:ext>
                </a:extLst>
              </p:cNvPr>
              <p:cNvSpPr txBox="1"/>
              <p:nvPr/>
            </p:nvSpPr>
            <p:spPr>
              <a:xfrm>
                <a:off x="3124990" y="3556311"/>
                <a:ext cx="1328489" cy="2463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>
                  <a:defRPr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 CN Heavy" panose="020B0A00000000000000" pitchFamily="34" charset="-122"/>
                    <a:ea typeface="思源黑体 CN Heavy" panose="020B0A00000000000000" pitchFamily="34" charset="-122"/>
                  </a:defRPr>
                </a:lvl1pPr>
              </a:lstStyle>
              <a:p>
                <a:r>
                  <a:rPr lang="en-US" altLang="zh-CN" sz="1001" dirty="0">
                    <a:solidFill>
                      <a:schemeClr val="tx1">
                        <a:lumMod val="75000"/>
                        <a:lumOff val="25000"/>
                        <a:alpha val="50000"/>
                      </a:schemeClr>
                    </a:solidFill>
                    <a:latin typeface="思源黑体 CN Regular" panose="020B0500000000000000" pitchFamily="34" charset="-122"/>
                    <a:ea typeface="思源黑体 CN Regular" panose="020B0500000000000000" pitchFamily="34" charset="-122"/>
                  </a:rPr>
                  <a:t>Trial Reviewer</a:t>
                </a:r>
              </a:p>
            </p:txBody>
          </p:sp>
          <p:sp>
            <p:nvSpPr>
              <p:cNvPr id="70" name="文本框 69">
                <a:extLst>
                  <a:ext uri="{FF2B5EF4-FFF2-40B4-BE49-F238E27FC236}">
                    <a16:creationId xmlns:a16="http://schemas.microsoft.com/office/drawing/2014/main" id="{47A59974-FCD7-985D-B266-0FB00A38E190}"/>
                  </a:ext>
                </a:extLst>
              </p:cNvPr>
              <p:cNvSpPr txBox="1"/>
              <p:nvPr/>
            </p:nvSpPr>
            <p:spPr>
              <a:xfrm>
                <a:off x="2653932" y="3556311"/>
                <a:ext cx="283744" cy="2463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>
                  <a:defRPr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 CN Heavy" panose="020B0A00000000000000" pitchFamily="34" charset="-122"/>
                    <a:ea typeface="思源黑体 CN Heavy" panose="020B0A00000000000000" pitchFamily="34" charset="-122"/>
                  </a:defRPr>
                </a:lvl1pPr>
              </a:lstStyle>
              <a:p>
                <a:r>
                  <a:rPr lang="en-US" altLang="zh-CN" sz="1001" dirty="0">
                    <a:solidFill>
                      <a:schemeClr val="tx1">
                        <a:lumMod val="75000"/>
                        <a:lumOff val="25000"/>
                        <a:alpha val="90000"/>
                      </a:schemeClr>
                    </a:solidFill>
                  </a:rPr>
                  <a:t>4</a:t>
                </a:r>
              </a:p>
            </p:txBody>
          </p:sp>
          <p:sp>
            <p:nvSpPr>
              <p:cNvPr id="71" name="椭圆 70">
                <a:extLst>
                  <a:ext uri="{FF2B5EF4-FFF2-40B4-BE49-F238E27FC236}">
                    <a16:creationId xmlns:a16="http://schemas.microsoft.com/office/drawing/2014/main" id="{3A37FD70-B242-F0E3-2E50-DF948D71EE11}"/>
                  </a:ext>
                </a:extLst>
              </p:cNvPr>
              <p:cNvSpPr/>
              <p:nvPr/>
            </p:nvSpPr>
            <p:spPr>
              <a:xfrm>
                <a:off x="3029414" y="3621280"/>
                <a:ext cx="116281" cy="116281"/>
              </a:xfrm>
              <a:prstGeom prst="ellipse">
                <a:avLst/>
              </a:prstGeom>
              <a:solidFill>
                <a:srgbClr val="CFCFC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1"/>
              </a:p>
            </p:txBody>
          </p:sp>
          <p:sp>
            <p:nvSpPr>
              <p:cNvPr id="72" name="文本框 71">
                <a:extLst>
                  <a:ext uri="{FF2B5EF4-FFF2-40B4-BE49-F238E27FC236}">
                    <a16:creationId xmlns:a16="http://schemas.microsoft.com/office/drawing/2014/main" id="{18046B53-162A-09A4-857C-8CA35FE72E65}"/>
                  </a:ext>
                </a:extLst>
              </p:cNvPr>
              <p:cNvSpPr txBox="1"/>
              <p:nvPr/>
            </p:nvSpPr>
            <p:spPr>
              <a:xfrm>
                <a:off x="4615021" y="3556311"/>
                <a:ext cx="1328489" cy="2463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>
                  <a:defRPr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 CN Heavy" panose="020B0A00000000000000" pitchFamily="34" charset="-122"/>
                    <a:ea typeface="思源黑体 CN Heavy" panose="020B0A00000000000000" pitchFamily="34" charset="-122"/>
                  </a:defRPr>
                </a:lvl1pPr>
              </a:lstStyle>
              <a:p>
                <a:pPr algn="r"/>
                <a:r>
                  <a:rPr lang="en-US" altLang="zh-CN" sz="1001" dirty="0">
                    <a:solidFill>
                      <a:schemeClr val="tx1">
                        <a:lumMod val="75000"/>
                        <a:lumOff val="25000"/>
                        <a:alpha val="50000"/>
                      </a:schemeClr>
                    </a:solidFill>
                    <a:latin typeface="思源黑体 CN Regular" panose="020B0500000000000000" pitchFamily="34" charset="-122"/>
                    <a:ea typeface="思源黑体 CN Regular" panose="020B0500000000000000" pitchFamily="34" charset="-122"/>
                  </a:rPr>
                  <a:t>123,456,789 (55%)</a:t>
                </a:r>
              </a:p>
            </p:txBody>
          </p:sp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BE2C3805-40E3-4CEF-A827-0BF1A9FBCFD8}"/>
                  </a:ext>
                </a:extLst>
              </p:cNvPr>
              <p:cNvSpPr txBox="1"/>
              <p:nvPr/>
            </p:nvSpPr>
            <p:spPr>
              <a:xfrm>
                <a:off x="5966234" y="3556311"/>
                <a:ext cx="454131" cy="2463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>
                  <a:defRPr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 CN Heavy" panose="020B0A00000000000000" pitchFamily="34" charset="-122"/>
                    <a:ea typeface="思源黑体 CN Heavy" panose="020B0A00000000000000" pitchFamily="34" charset="-122"/>
                  </a:defRPr>
                </a:lvl1pPr>
              </a:lstStyle>
              <a:p>
                <a:r>
                  <a:rPr lang="en-US" altLang="zh-CN" sz="1001" dirty="0">
                    <a:solidFill>
                      <a:schemeClr val="tx1">
                        <a:lumMod val="75000"/>
                        <a:lumOff val="25000"/>
                        <a:alpha val="50000"/>
                      </a:schemeClr>
                    </a:solidFill>
                    <a:latin typeface="思源黑体 CN Regular" panose="020B0500000000000000" pitchFamily="34" charset="-122"/>
                    <a:ea typeface="思源黑体 CN Regular" panose="020B0500000000000000" pitchFamily="34" charset="-122"/>
                  </a:rPr>
                  <a:t>68%</a:t>
                </a:r>
              </a:p>
            </p:txBody>
          </p:sp>
          <p:sp>
            <p:nvSpPr>
              <p:cNvPr id="74" name="文本框 73">
                <a:extLst>
                  <a:ext uri="{FF2B5EF4-FFF2-40B4-BE49-F238E27FC236}">
                    <a16:creationId xmlns:a16="http://schemas.microsoft.com/office/drawing/2014/main" id="{F9C5A207-18C2-5DFE-0078-57D3089E9D05}"/>
                  </a:ext>
                </a:extLst>
              </p:cNvPr>
              <p:cNvSpPr txBox="1"/>
              <p:nvPr/>
            </p:nvSpPr>
            <p:spPr>
              <a:xfrm>
                <a:off x="3124990" y="3753681"/>
                <a:ext cx="1328489" cy="2463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>
                  <a:defRPr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 CN Heavy" panose="020B0A00000000000000" pitchFamily="34" charset="-122"/>
                    <a:ea typeface="思源黑体 CN Heavy" panose="020B0A00000000000000" pitchFamily="34" charset="-122"/>
                  </a:defRPr>
                </a:lvl1pPr>
              </a:lstStyle>
              <a:p>
                <a:r>
                  <a:rPr lang="en-US" altLang="zh-CN" sz="1001" dirty="0">
                    <a:solidFill>
                      <a:schemeClr val="tx1">
                        <a:lumMod val="75000"/>
                        <a:lumOff val="25000"/>
                        <a:alpha val="50000"/>
                      </a:schemeClr>
                    </a:solidFill>
                    <a:latin typeface="思源黑体 CN Regular" panose="020B0500000000000000" pitchFamily="34" charset="-122"/>
                    <a:ea typeface="思源黑体 CN Regular" panose="020B0500000000000000" pitchFamily="34" charset="-122"/>
                  </a:rPr>
                  <a:t>Evidence Reviewer</a:t>
                </a:r>
              </a:p>
            </p:txBody>
          </p:sp>
          <p:sp>
            <p:nvSpPr>
              <p:cNvPr id="75" name="文本框 74">
                <a:extLst>
                  <a:ext uri="{FF2B5EF4-FFF2-40B4-BE49-F238E27FC236}">
                    <a16:creationId xmlns:a16="http://schemas.microsoft.com/office/drawing/2014/main" id="{B3012E30-4DEA-D819-7BA1-E0FA1924BE20}"/>
                  </a:ext>
                </a:extLst>
              </p:cNvPr>
              <p:cNvSpPr txBox="1"/>
              <p:nvPr/>
            </p:nvSpPr>
            <p:spPr>
              <a:xfrm>
                <a:off x="2653932" y="3753681"/>
                <a:ext cx="283744" cy="2463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>
                  <a:defRPr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 CN Heavy" panose="020B0A00000000000000" pitchFamily="34" charset="-122"/>
                    <a:ea typeface="思源黑体 CN Heavy" panose="020B0A00000000000000" pitchFamily="34" charset="-122"/>
                  </a:defRPr>
                </a:lvl1pPr>
              </a:lstStyle>
              <a:p>
                <a:r>
                  <a:rPr lang="en-US" altLang="zh-CN" sz="1001" dirty="0">
                    <a:solidFill>
                      <a:schemeClr val="tx1">
                        <a:lumMod val="75000"/>
                        <a:lumOff val="25000"/>
                        <a:alpha val="90000"/>
                      </a:schemeClr>
                    </a:solidFill>
                  </a:rPr>
                  <a:t>5</a:t>
                </a:r>
              </a:p>
            </p:txBody>
          </p:sp>
          <p:sp>
            <p:nvSpPr>
              <p:cNvPr id="76" name="椭圆 75">
                <a:extLst>
                  <a:ext uri="{FF2B5EF4-FFF2-40B4-BE49-F238E27FC236}">
                    <a16:creationId xmlns:a16="http://schemas.microsoft.com/office/drawing/2014/main" id="{8EE52461-4C85-CD38-2CD1-C774BAFF7F6E}"/>
                  </a:ext>
                </a:extLst>
              </p:cNvPr>
              <p:cNvSpPr/>
              <p:nvPr/>
            </p:nvSpPr>
            <p:spPr>
              <a:xfrm>
                <a:off x="3029414" y="3818650"/>
                <a:ext cx="116281" cy="116281"/>
              </a:xfrm>
              <a:prstGeom prst="ellipse">
                <a:avLst/>
              </a:prstGeom>
              <a:solidFill>
                <a:srgbClr val="8EA72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1"/>
              </a:p>
            </p:txBody>
          </p:sp>
          <p:sp>
            <p:nvSpPr>
              <p:cNvPr id="77" name="文本框 76">
                <a:extLst>
                  <a:ext uri="{FF2B5EF4-FFF2-40B4-BE49-F238E27FC236}">
                    <a16:creationId xmlns:a16="http://schemas.microsoft.com/office/drawing/2014/main" id="{1761207B-0807-973C-0BC0-F236410FBCAA}"/>
                  </a:ext>
                </a:extLst>
              </p:cNvPr>
              <p:cNvSpPr txBox="1"/>
              <p:nvPr/>
            </p:nvSpPr>
            <p:spPr>
              <a:xfrm>
                <a:off x="4615021" y="3753681"/>
                <a:ext cx="1328489" cy="2463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>
                  <a:defRPr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 CN Heavy" panose="020B0A00000000000000" pitchFamily="34" charset="-122"/>
                    <a:ea typeface="思源黑体 CN Heavy" panose="020B0A00000000000000" pitchFamily="34" charset="-122"/>
                  </a:defRPr>
                </a:lvl1pPr>
              </a:lstStyle>
              <a:p>
                <a:pPr algn="r"/>
                <a:r>
                  <a:rPr lang="en-US" altLang="zh-CN" sz="1001" dirty="0">
                    <a:solidFill>
                      <a:schemeClr val="tx1">
                        <a:lumMod val="75000"/>
                        <a:lumOff val="25000"/>
                        <a:alpha val="50000"/>
                      </a:schemeClr>
                    </a:solidFill>
                    <a:latin typeface="思源黑体 CN Regular" panose="020B0500000000000000" pitchFamily="34" charset="-122"/>
                    <a:ea typeface="思源黑体 CN Regular" panose="020B0500000000000000" pitchFamily="34" charset="-122"/>
                  </a:rPr>
                  <a:t>123,456,789 (55%)</a:t>
                </a:r>
              </a:p>
            </p:txBody>
          </p:sp>
          <p:sp>
            <p:nvSpPr>
              <p:cNvPr id="78" name="文本框 77">
                <a:extLst>
                  <a:ext uri="{FF2B5EF4-FFF2-40B4-BE49-F238E27FC236}">
                    <a16:creationId xmlns:a16="http://schemas.microsoft.com/office/drawing/2014/main" id="{8C9C7F24-6DCA-5740-ED84-866A20D98AC7}"/>
                  </a:ext>
                </a:extLst>
              </p:cNvPr>
              <p:cNvSpPr txBox="1"/>
              <p:nvPr/>
            </p:nvSpPr>
            <p:spPr>
              <a:xfrm>
                <a:off x="5966234" y="3753681"/>
                <a:ext cx="454131" cy="2463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>
                  <a:defRPr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 CN Heavy" panose="020B0A00000000000000" pitchFamily="34" charset="-122"/>
                    <a:ea typeface="思源黑体 CN Heavy" panose="020B0A00000000000000" pitchFamily="34" charset="-122"/>
                  </a:defRPr>
                </a:lvl1pPr>
              </a:lstStyle>
              <a:p>
                <a:r>
                  <a:rPr lang="en-US" altLang="zh-CN" sz="1001" dirty="0">
                    <a:solidFill>
                      <a:schemeClr val="tx1">
                        <a:lumMod val="75000"/>
                        <a:lumOff val="25000"/>
                        <a:alpha val="50000"/>
                      </a:schemeClr>
                    </a:solidFill>
                    <a:latin typeface="思源黑体 CN Regular" panose="020B0500000000000000" pitchFamily="34" charset="-122"/>
                    <a:ea typeface="思源黑体 CN Regular" panose="020B0500000000000000" pitchFamily="34" charset="-122"/>
                  </a:rPr>
                  <a:t>68%</a:t>
                </a:r>
              </a:p>
            </p:txBody>
          </p:sp>
          <p:sp>
            <p:nvSpPr>
              <p:cNvPr id="79" name="文本框 78">
                <a:extLst>
                  <a:ext uri="{FF2B5EF4-FFF2-40B4-BE49-F238E27FC236}">
                    <a16:creationId xmlns:a16="http://schemas.microsoft.com/office/drawing/2014/main" id="{F4D814F1-ABD3-6B29-2B5E-AF07A3C2DC8C}"/>
                  </a:ext>
                </a:extLst>
              </p:cNvPr>
              <p:cNvSpPr txBox="1"/>
              <p:nvPr/>
            </p:nvSpPr>
            <p:spPr>
              <a:xfrm>
                <a:off x="3124990" y="3946544"/>
                <a:ext cx="1461344" cy="2463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>
                  <a:defRPr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 CN Heavy" panose="020B0A00000000000000" pitchFamily="34" charset="-122"/>
                    <a:ea typeface="思源黑体 CN Heavy" panose="020B0A00000000000000" pitchFamily="34" charset="-122"/>
                  </a:defRPr>
                </a:lvl1pPr>
              </a:lstStyle>
              <a:p>
                <a:r>
                  <a:rPr lang="en-US" altLang="zh-CN" sz="1001" dirty="0">
                    <a:solidFill>
                      <a:schemeClr val="tx1">
                        <a:lumMod val="75000"/>
                        <a:lumOff val="25000"/>
                        <a:alpha val="50000"/>
                      </a:schemeClr>
                    </a:solidFill>
                    <a:latin typeface="思源黑体 CN Regular" panose="020B0500000000000000" pitchFamily="34" charset="-122"/>
                    <a:ea typeface="思源黑体 CN Regular" panose="020B0500000000000000" pitchFamily="34" charset="-122"/>
                  </a:rPr>
                  <a:t>Mechanism Distiller</a:t>
                </a:r>
              </a:p>
            </p:txBody>
          </p:sp>
          <p:sp>
            <p:nvSpPr>
              <p:cNvPr id="80" name="文本框 79">
                <a:extLst>
                  <a:ext uri="{FF2B5EF4-FFF2-40B4-BE49-F238E27FC236}">
                    <a16:creationId xmlns:a16="http://schemas.microsoft.com/office/drawing/2014/main" id="{339C35FD-2F9C-E6B7-C02F-45BC8786688D}"/>
                  </a:ext>
                </a:extLst>
              </p:cNvPr>
              <p:cNvSpPr txBox="1"/>
              <p:nvPr/>
            </p:nvSpPr>
            <p:spPr>
              <a:xfrm>
                <a:off x="2653932" y="3946544"/>
                <a:ext cx="283744" cy="2463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>
                  <a:defRPr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 CN Heavy" panose="020B0A00000000000000" pitchFamily="34" charset="-122"/>
                    <a:ea typeface="思源黑体 CN Heavy" panose="020B0A00000000000000" pitchFamily="34" charset="-122"/>
                  </a:defRPr>
                </a:lvl1pPr>
              </a:lstStyle>
              <a:p>
                <a:r>
                  <a:rPr lang="en-US" altLang="zh-CN" sz="1001" dirty="0">
                    <a:solidFill>
                      <a:schemeClr val="tx1">
                        <a:lumMod val="75000"/>
                        <a:lumOff val="25000"/>
                        <a:alpha val="90000"/>
                      </a:schemeClr>
                    </a:solidFill>
                  </a:rPr>
                  <a:t>6</a:t>
                </a:r>
              </a:p>
            </p:txBody>
          </p:sp>
          <p:sp>
            <p:nvSpPr>
              <p:cNvPr id="81" name="椭圆 80">
                <a:extLst>
                  <a:ext uri="{FF2B5EF4-FFF2-40B4-BE49-F238E27FC236}">
                    <a16:creationId xmlns:a16="http://schemas.microsoft.com/office/drawing/2014/main" id="{3912C4F5-32A6-6222-0E89-5164D3B26DF1}"/>
                  </a:ext>
                </a:extLst>
              </p:cNvPr>
              <p:cNvSpPr/>
              <p:nvPr/>
            </p:nvSpPr>
            <p:spPr>
              <a:xfrm>
                <a:off x="3029414" y="4011513"/>
                <a:ext cx="116281" cy="116281"/>
              </a:xfrm>
              <a:prstGeom prst="ellipse">
                <a:avLst/>
              </a:prstGeom>
              <a:solidFill>
                <a:srgbClr val="00267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1"/>
              </a:p>
            </p:txBody>
          </p:sp>
          <p:sp>
            <p:nvSpPr>
              <p:cNvPr id="82" name="文本框 81">
                <a:extLst>
                  <a:ext uri="{FF2B5EF4-FFF2-40B4-BE49-F238E27FC236}">
                    <a16:creationId xmlns:a16="http://schemas.microsoft.com/office/drawing/2014/main" id="{1693F42C-7089-7A46-4572-E9A683145AB8}"/>
                  </a:ext>
                </a:extLst>
              </p:cNvPr>
              <p:cNvSpPr txBox="1"/>
              <p:nvPr/>
            </p:nvSpPr>
            <p:spPr>
              <a:xfrm>
                <a:off x="4615021" y="3946544"/>
                <a:ext cx="1328489" cy="2463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>
                  <a:defRPr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 CN Heavy" panose="020B0A00000000000000" pitchFamily="34" charset="-122"/>
                    <a:ea typeface="思源黑体 CN Heavy" panose="020B0A00000000000000" pitchFamily="34" charset="-122"/>
                  </a:defRPr>
                </a:lvl1pPr>
              </a:lstStyle>
              <a:p>
                <a:pPr algn="r"/>
                <a:r>
                  <a:rPr lang="en-US" altLang="zh-CN" sz="1001" dirty="0">
                    <a:solidFill>
                      <a:schemeClr val="tx1">
                        <a:lumMod val="75000"/>
                        <a:lumOff val="25000"/>
                        <a:alpha val="50000"/>
                      </a:schemeClr>
                    </a:solidFill>
                    <a:latin typeface="思源黑体 CN Regular" panose="020B0500000000000000" pitchFamily="34" charset="-122"/>
                    <a:ea typeface="思源黑体 CN Regular" panose="020B0500000000000000" pitchFamily="34" charset="-122"/>
                  </a:rPr>
                  <a:t>123,456,789 (55%)</a:t>
                </a:r>
              </a:p>
            </p:txBody>
          </p:sp>
          <p:sp>
            <p:nvSpPr>
              <p:cNvPr id="83" name="文本框 82">
                <a:extLst>
                  <a:ext uri="{FF2B5EF4-FFF2-40B4-BE49-F238E27FC236}">
                    <a16:creationId xmlns:a16="http://schemas.microsoft.com/office/drawing/2014/main" id="{C8D04488-0BF2-44A0-2527-117BD6210017}"/>
                  </a:ext>
                </a:extLst>
              </p:cNvPr>
              <p:cNvSpPr txBox="1"/>
              <p:nvPr/>
            </p:nvSpPr>
            <p:spPr>
              <a:xfrm>
                <a:off x="5966234" y="3946544"/>
                <a:ext cx="454131" cy="2463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>
                  <a:defRPr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 CN Heavy" panose="020B0A00000000000000" pitchFamily="34" charset="-122"/>
                    <a:ea typeface="思源黑体 CN Heavy" panose="020B0A00000000000000" pitchFamily="34" charset="-122"/>
                  </a:defRPr>
                </a:lvl1pPr>
              </a:lstStyle>
              <a:p>
                <a:r>
                  <a:rPr lang="en-US" altLang="zh-CN" sz="1001" dirty="0">
                    <a:solidFill>
                      <a:schemeClr val="tx1">
                        <a:lumMod val="75000"/>
                        <a:lumOff val="25000"/>
                        <a:alpha val="50000"/>
                      </a:schemeClr>
                    </a:solidFill>
                    <a:latin typeface="思源黑体 CN Regular" panose="020B0500000000000000" pitchFamily="34" charset="-122"/>
                    <a:ea typeface="思源黑体 CN Regular" panose="020B0500000000000000" pitchFamily="34" charset="-122"/>
                  </a:rPr>
                  <a:t>68%</a:t>
                </a:r>
              </a:p>
            </p:txBody>
          </p:sp>
          <p:sp>
            <p:nvSpPr>
              <p:cNvPr id="84" name="椭圆 83">
                <a:extLst>
                  <a:ext uri="{FF2B5EF4-FFF2-40B4-BE49-F238E27FC236}">
                    <a16:creationId xmlns:a16="http://schemas.microsoft.com/office/drawing/2014/main" id="{41914D94-BA8F-8D7A-EBD7-CD4DA5C77F49}"/>
                  </a:ext>
                </a:extLst>
              </p:cNvPr>
              <p:cNvSpPr/>
              <p:nvPr/>
            </p:nvSpPr>
            <p:spPr>
              <a:xfrm>
                <a:off x="3029414" y="4021609"/>
                <a:ext cx="116281" cy="116281"/>
              </a:xfrm>
              <a:prstGeom prst="ellipse">
                <a:avLst/>
              </a:prstGeom>
              <a:solidFill>
                <a:srgbClr val="00267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1"/>
              </a:p>
            </p:txBody>
          </p:sp>
          <p:sp>
            <p:nvSpPr>
              <p:cNvPr id="85" name="文本框 84">
                <a:extLst>
                  <a:ext uri="{FF2B5EF4-FFF2-40B4-BE49-F238E27FC236}">
                    <a16:creationId xmlns:a16="http://schemas.microsoft.com/office/drawing/2014/main" id="{BE1782DC-6A7C-0AD7-6022-98F762DC2DBE}"/>
                  </a:ext>
                </a:extLst>
              </p:cNvPr>
              <p:cNvSpPr txBox="1"/>
              <p:nvPr/>
            </p:nvSpPr>
            <p:spPr>
              <a:xfrm>
                <a:off x="3124990" y="4149504"/>
                <a:ext cx="1563226" cy="2463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>
                  <a:defRPr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 CN Heavy" panose="020B0A00000000000000" pitchFamily="34" charset="-122"/>
                    <a:ea typeface="思源黑体 CN Heavy" panose="020B0A00000000000000" pitchFamily="34" charset="-122"/>
                  </a:defRPr>
                </a:lvl1pPr>
              </a:lstStyle>
              <a:p>
                <a:r>
                  <a:rPr lang="en-US" altLang="zh-CN" sz="1001" dirty="0">
                    <a:solidFill>
                      <a:schemeClr val="tx1">
                        <a:lumMod val="75000"/>
                        <a:lumOff val="25000"/>
                        <a:alpha val="50000"/>
                      </a:schemeClr>
                    </a:solidFill>
                    <a:latin typeface="思源黑体 CN Regular" panose="020B0500000000000000" pitchFamily="34" charset="-122"/>
                    <a:ea typeface="思源黑体 CN Regular" panose="020B0500000000000000" pitchFamily="34" charset="-122"/>
                  </a:rPr>
                  <a:t>Conformance Reviewer</a:t>
                </a:r>
              </a:p>
            </p:txBody>
          </p:sp>
          <p:sp>
            <p:nvSpPr>
              <p:cNvPr id="86" name="文本框 85">
                <a:extLst>
                  <a:ext uri="{FF2B5EF4-FFF2-40B4-BE49-F238E27FC236}">
                    <a16:creationId xmlns:a16="http://schemas.microsoft.com/office/drawing/2014/main" id="{B2E02817-33EC-0E5E-9459-E512C9E9E5DF}"/>
                  </a:ext>
                </a:extLst>
              </p:cNvPr>
              <p:cNvSpPr txBox="1"/>
              <p:nvPr/>
            </p:nvSpPr>
            <p:spPr>
              <a:xfrm>
                <a:off x="2653932" y="4149502"/>
                <a:ext cx="283744" cy="2463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>
                  <a:defRPr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 CN Heavy" panose="020B0A00000000000000" pitchFamily="34" charset="-122"/>
                    <a:ea typeface="思源黑体 CN Heavy" panose="020B0A00000000000000" pitchFamily="34" charset="-122"/>
                  </a:defRPr>
                </a:lvl1pPr>
              </a:lstStyle>
              <a:p>
                <a:r>
                  <a:rPr lang="en-US" altLang="zh-CN" sz="1001" dirty="0">
                    <a:solidFill>
                      <a:schemeClr val="tx1">
                        <a:lumMod val="75000"/>
                        <a:lumOff val="25000"/>
                        <a:alpha val="90000"/>
                      </a:schemeClr>
                    </a:solidFill>
                  </a:rPr>
                  <a:t>7</a:t>
                </a:r>
              </a:p>
            </p:txBody>
          </p:sp>
          <p:sp>
            <p:nvSpPr>
              <p:cNvPr id="87" name="椭圆 86">
                <a:extLst>
                  <a:ext uri="{FF2B5EF4-FFF2-40B4-BE49-F238E27FC236}">
                    <a16:creationId xmlns:a16="http://schemas.microsoft.com/office/drawing/2014/main" id="{3EDC1249-0262-E937-244E-9BFB891638CE}"/>
                  </a:ext>
                </a:extLst>
              </p:cNvPr>
              <p:cNvSpPr/>
              <p:nvPr/>
            </p:nvSpPr>
            <p:spPr>
              <a:xfrm>
                <a:off x="3029414" y="4214472"/>
                <a:ext cx="116281" cy="116281"/>
              </a:xfrm>
              <a:prstGeom prst="ellipse">
                <a:avLst/>
              </a:prstGeom>
              <a:solidFill>
                <a:srgbClr val="00267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1"/>
              </a:p>
            </p:txBody>
          </p:sp>
          <p:sp>
            <p:nvSpPr>
              <p:cNvPr id="88" name="文本框 87">
                <a:extLst>
                  <a:ext uri="{FF2B5EF4-FFF2-40B4-BE49-F238E27FC236}">
                    <a16:creationId xmlns:a16="http://schemas.microsoft.com/office/drawing/2014/main" id="{372D6E78-FFC4-160A-2AF6-8AA796CFDBF2}"/>
                  </a:ext>
                </a:extLst>
              </p:cNvPr>
              <p:cNvSpPr txBox="1"/>
              <p:nvPr/>
            </p:nvSpPr>
            <p:spPr>
              <a:xfrm>
                <a:off x="4615021" y="4149502"/>
                <a:ext cx="1328489" cy="2463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>
                  <a:defRPr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 CN Heavy" panose="020B0A00000000000000" pitchFamily="34" charset="-122"/>
                    <a:ea typeface="思源黑体 CN Heavy" panose="020B0A00000000000000" pitchFamily="34" charset="-122"/>
                  </a:defRPr>
                </a:lvl1pPr>
              </a:lstStyle>
              <a:p>
                <a:pPr algn="r"/>
                <a:r>
                  <a:rPr lang="en-US" altLang="zh-CN" sz="1001" dirty="0">
                    <a:solidFill>
                      <a:schemeClr val="tx1">
                        <a:lumMod val="75000"/>
                        <a:lumOff val="25000"/>
                        <a:alpha val="50000"/>
                      </a:schemeClr>
                    </a:solidFill>
                    <a:latin typeface="思源黑体 CN Regular" panose="020B0500000000000000" pitchFamily="34" charset="-122"/>
                    <a:ea typeface="思源黑体 CN Regular" panose="020B0500000000000000" pitchFamily="34" charset="-122"/>
                  </a:rPr>
                  <a:t>23,456,789 (55%)</a:t>
                </a:r>
              </a:p>
            </p:txBody>
          </p:sp>
          <p:sp>
            <p:nvSpPr>
              <p:cNvPr id="89" name="文本框 88">
                <a:extLst>
                  <a:ext uri="{FF2B5EF4-FFF2-40B4-BE49-F238E27FC236}">
                    <a16:creationId xmlns:a16="http://schemas.microsoft.com/office/drawing/2014/main" id="{23CDF80A-1875-BF2B-C639-CFAC29EBE643}"/>
                  </a:ext>
                </a:extLst>
              </p:cNvPr>
              <p:cNvSpPr txBox="1"/>
              <p:nvPr/>
            </p:nvSpPr>
            <p:spPr>
              <a:xfrm>
                <a:off x="5966234" y="4149502"/>
                <a:ext cx="454131" cy="2463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>
                  <a:defRPr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 CN Heavy" panose="020B0A00000000000000" pitchFamily="34" charset="-122"/>
                    <a:ea typeface="思源黑体 CN Heavy" panose="020B0A00000000000000" pitchFamily="34" charset="-122"/>
                  </a:defRPr>
                </a:lvl1pPr>
              </a:lstStyle>
              <a:p>
                <a:r>
                  <a:rPr lang="en-US" altLang="zh-CN" sz="1001" dirty="0">
                    <a:solidFill>
                      <a:schemeClr val="tx1">
                        <a:lumMod val="75000"/>
                        <a:lumOff val="25000"/>
                        <a:alpha val="50000"/>
                      </a:schemeClr>
                    </a:solidFill>
                    <a:latin typeface="思源黑体 CN Regular" panose="020B0500000000000000" pitchFamily="34" charset="-122"/>
                    <a:ea typeface="思源黑体 CN Regular" panose="020B0500000000000000" pitchFamily="34" charset="-122"/>
                  </a:rPr>
                  <a:t>68%</a:t>
                </a:r>
              </a:p>
            </p:txBody>
          </p:sp>
          <p:sp>
            <p:nvSpPr>
              <p:cNvPr id="90" name="文本框 89">
                <a:extLst>
                  <a:ext uri="{FF2B5EF4-FFF2-40B4-BE49-F238E27FC236}">
                    <a16:creationId xmlns:a16="http://schemas.microsoft.com/office/drawing/2014/main" id="{55446207-BDBF-03FF-CE36-FE0FB56A28AA}"/>
                  </a:ext>
                </a:extLst>
              </p:cNvPr>
              <p:cNvSpPr txBox="1"/>
              <p:nvPr/>
            </p:nvSpPr>
            <p:spPr>
              <a:xfrm>
                <a:off x="3124990" y="4366162"/>
                <a:ext cx="1563226" cy="2463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>
                  <a:defRPr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 CN Heavy" panose="020B0A00000000000000" pitchFamily="34" charset="-122"/>
                    <a:ea typeface="思源黑体 CN Heavy" panose="020B0A00000000000000" pitchFamily="34" charset="-122"/>
                  </a:defRPr>
                </a:lvl1pPr>
              </a:lstStyle>
              <a:p>
                <a:r>
                  <a:rPr lang="en-US" altLang="zh-CN" sz="1001" dirty="0">
                    <a:solidFill>
                      <a:schemeClr val="tx1">
                        <a:lumMod val="75000"/>
                        <a:lumOff val="25000"/>
                        <a:alpha val="50000"/>
                      </a:schemeClr>
                    </a:solidFill>
                    <a:latin typeface="思源黑体 CN Regular" panose="020B0500000000000000" pitchFamily="34" charset="-122"/>
                    <a:ea typeface="思源黑体 CN Regular" panose="020B0500000000000000" pitchFamily="34" charset="-122"/>
                  </a:rPr>
                  <a:t>Candidate Reviewer</a:t>
                </a:r>
              </a:p>
            </p:txBody>
          </p:sp>
          <p:sp>
            <p:nvSpPr>
              <p:cNvPr id="91" name="文本框 90">
                <a:extLst>
                  <a:ext uri="{FF2B5EF4-FFF2-40B4-BE49-F238E27FC236}">
                    <a16:creationId xmlns:a16="http://schemas.microsoft.com/office/drawing/2014/main" id="{8C013FAA-367A-77EE-1990-5A796641A7B5}"/>
                  </a:ext>
                </a:extLst>
              </p:cNvPr>
              <p:cNvSpPr txBox="1"/>
              <p:nvPr/>
            </p:nvSpPr>
            <p:spPr>
              <a:xfrm>
                <a:off x="2653932" y="4366162"/>
                <a:ext cx="283744" cy="2463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>
                  <a:defRPr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 CN Heavy" panose="020B0A00000000000000" pitchFamily="34" charset="-122"/>
                    <a:ea typeface="思源黑体 CN Heavy" panose="020B0A00000000000000" pitchFamily="34" charset="-122"/>
                  </a:defRPr>
                </a:lvl1pPr>
              </a:lstStyle>
              <a:p>
                <a:r>
                  <a:rPr lang="en-US" altLang="zh-CN" sz="1001" dirty="0">
                    <a:solidFill>
                      <a:schemeClr val="tx1">
                        <a:lumMod val="75000"/>
                        <a:lumOff val="25000"/>
                        <a:alpha val="90000"/>
                      </a:schemeClr>
                    </a:solidFill>
                  </a:rPr>
                  <a:t>8</a:t>
                </a:r>
              </a:p>
            </p:txBody>
          </p:sp>
          <p:sp>
            <p:nvSpPr>
              <p:cNvPr id="92" name="椭圆 91">
                <a:extLst>
                  <a:ext uri="{FF2B5EF4-FFF2-40B4-BE49-F238E27FC236}">
                    <a16:creationId xmlns:a16="http://schemas.microsoft.com/office/drawing/2014/main" id="{15BFE5E8-7D86-3DE9-F367-9E35224B5C7C}"/>
                  </a:ext>
                </a:extLst>
              </p:cNvPr>
              <p:cNvSpPr/>
              <p:nvPr/>
            </p:nvSpPr>
            <p:spPr>
              <a:xfrm>
                <a:off x="3029414" y="4431130"/>
                <a:ext cx="116281" cy="116281"/>
              </a:xfrm>
              <a:prstGeom prst="ellipse">
                <a:avLst/>
              </a:prstGeom>
              <a:solidFill>
                <a:srgbClr val="00267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1"/>
              </a:p>
            </p:txBody>
          </p:sp>
          <p:sp>
            <p:nvSpPr>
              <p:cNvPr id="93" name="文本框 92">
                <a:extLst>
                  <a:ext uri="{FF2B5EF4-FFF2-40B4-BE49-F238E27FC236}">
                    <a16:creationId xmlns:a16="http://schemas.microsoft.com/office/drawing/2014/main" id="{35CF63C0-288C-8F70-363C-20DC7DAA3E63}"/>
                  </a:ext>
                </a:extLst>
              </p:cNvPr>
              <p:cNvSpPr txBox="1"/>
              <p:nvPr/>
            </p:nvSpPr>
            <p:spPr>
              <a:xfrm>
                <a:off x="4615021" y="4366162"/>
                <a:ext cx="1328489" cy="2463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>
                  <a:defRPr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 CN Heavy" panose="020B0A00000000000000" pitchFamily="34" charset="-122"/>
                    <a:ea typeface="思源黑体 CN Heavy" panose="020B0A00000000000000" pitchFamily="34" charset="-122"/>
                  </a:defRPr>
                </a:lvl1pPr>
              </a:lstStyle>
              <a:p>
                <a:pPr algn="r"/>
                <a:r>
                  <a:rPr lang="en-US" altLang="zh-CN" sz="1001" dirty="0">
                    <a:solidFill>
                      <a:schemeClr val="tx1">
                        <a:lumMod val="75000"/>
                        <a:lumOff val="25000"/>
                        <a:alpha val="50000"/>
                      </a:schemeClr>
                    </a:solidFill>
                    <a:latin typeface="思源黑体 CN Regular" panose="020B0500000000000000" pitchFamily="34" charset="-122"/>
                    <a:ea typeface="思源黑体 CN Regular" panose="020B0500000000000000" pitchFamily="34" charset="-122"/>
                  </a:rPr>
                  <a:t>3,456,789 (05%)</a:t>
                </a:r>
              </a:p>
            </p:txBody>
          </p:sp>
          <p:sp>
            <p:nvSpPr>
              <p:cNvPr id="94" name="文本框 93">
                <a:extLst>
                  <a:ext uri="{FF2B5EF4-FFF2-40B4-BE49-F238E27FC236}">
                    <a16:creationId xmlns:a16="http://schemas.microsoft.com/office/drawing/2014/main" id="{351EC9C6-E86B-0576-E308-69FDD6FFC0E1}"/>
                  </a:ext>
                </a:extLst>
              </p:cNvPr>
              <p:cNvSpPr txBox="1"/>
              <p:nvPr/>
            </p:nvSpPr>
            <p:spPr>
              <a:xfrm>
                <a:off x="5966234" y="4366162"/>
                <a:ext cx="454131" cy="2463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>
                  <a:defRPr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 CN Heavy" panose="020B0A00000000000000" pitchFamily="34" charset="-122"/>
                    <a:ea typeface="思源黑体 CN Heavy" panose="020B0A00000000000000" pitchFamily="34" charset="-122"/>
                  </a:defRPr>
                </a:lvl1pPr>
              </a:lstStyle>
              <a:p>
                <a:r>
                  <a:rPr lang="en-US" altLang="zh-CN" sz="1001" dirty="0">
                    <a:solidFill>
                      <a:schemeClr val="tx1">
                        <a:lumMod val="75000"/>
                        <a:lumOff val="25000"/>
                        <a:alpha val="50000"/>
                      </a:schemeClr>
                    </a:solidFill>
                    <a:latin typeface="思源黑体 CN Regular" panose="020B0500000000000000" pitchFamily="34" charset="-122"/>
                    <a:ea typeface="思源黑体 CN Regular" panose="020B0500000000000000" pitchFamily="34" charset="-122"/>
                  </a:rPr>
                  <a:t>68%</a:t>
                </a:r>
              </a:p>
            </p:txBody>
          </p:sp>
          <p:sp>
            <p:nvSpPr>
              <p:cNvPr id="106" name="文本框 105">
                <a:extLst>
                  <a:ext uri="{FF2B5EF4-FFF2-40B4-BE49-F238E27FC236}">
                    <a16:creationId xmlns:a16="http://schemas.microsoft.com/office/drawing/2014/main" id="{8AB9B396-F71B-297C-BE06-0F9F685083A5}"/>
                  </a:ext>
                </a:extLst>
              </p:cNvPr>
              <p:cNvSpPr txBox="1"/>
              <p:nvPr/>
            </p:nvSpPr>
            <p:spPr>
              <a:xfrm>
                <a:off x="6510049" y="2744579"/>
                <a:ext cx="773372" cy="2463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>
                  <a:defRPr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 CN Heavy" panose="020B0A00000000000000" pitchFamily="34" charset="-122"/>
                    <a:ea typeface="思源黑体 CN Heavy" panose="020B0A00000000000000" pitchFamily="34" charset="-122"/>
                  </a:defRPr>
                </a:lvl1pPr>
              </a:lstStyle>
              <a:p>
                <a:pPr algn="ctr"/>
                <a:r>
                  <a:rPr lang="en-US" altLang="zh-CN" sz="1001" dirty="0">
                    <a:solidFill>
                      <a:schemeClr val="tx1">
                        <a:lumMod val="75000"/>
                        <a:lumOff val="25000"/>
                        <a:alpha val="90000"/>
                      </a:schemeClr>
                    </a:solidFill>
                  </a:rPr>
                  <a:t>CALLS</a:t>
                </a:r>
              </a:p>
            </p:txBody>
          </p:sp>
          <p:cxnSp>
            <p:nvCxnSpPr>
              <p:cNvPr id="107" name="直接连接符 106">
                <a:extLst>
                  <a:ext uri="{FF2B5EF4-FFF2-40B4-BE49-F238E27FC236}">
                    <a16:creationId xmlns:a16="http://schemas.microsoft.com/office/drawing/2014/main" id="{C8227036-FCE9-AA3B-6B05-245CAB11A56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58744" y="2790568"/>
                <a:ext cx="0" cy="170401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8" name="文本框 107">
                <a:extLst>
                  <a:ext uri="{FF2B5EF4-FFF2-40B4-BE49-F238E27FC236}">
                    <a16:creationId xmlns:a16="http://schemas.microsoft.com/office/drawing/2014/main" id="{A8229159-1A1B-E168-7AC7-34DDD858E225}"/>
                  </a:ext>
                </a:extLst>
              </p:cNvPr>
              <p:cNvSpPr txBox="1"/>
              <p:nvPr/>
            </p:nvSpPr>
            <p:spPr>
              <a:xfrm>
                <a:off x="6658095" y="2960968"/>
                <a:ext cx="454131" cy="2463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>
                  <a:defRPr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 CN Heavy" panose="020B0A00000000000000" pitchFamily="34" charset="-122"/>
                    <a:ea typeface="思源黑体 CN Heavy" panose="020B0A00000000000000" pitchFamily="34" charset="-122"/>
                  </a:defRPr>
                </a:lvl1pPr>
              </a:lstStyle>
              <a:p>
                <a:pPr algn="r"/>
                <a:r>
                  <a:rPr lang="en-US" altLang="zh-CN" sz="1001" dirty="0">
                    <a:solidFill>
                      <a:schemeClr val="tx1">
                        <a:lumMod val="75000"/>
                        <a:lumOff val="25000"/>
                        <a:alpha val="50000"/>
                      </a:schemeClr>
                    </a:solidFill>
                    <a:latin typeface="思源黑体 CN Regular" panose="020B0500000000000000" pitchFamily="34" charset="-122"/>
                    <a:ea typeface="思源黑体 CN Regular" panose="020B0500000000000000" pitchFamily="34" charset="-122"/>
                  </a:rPr>
                  <a:t>25</a:t>
                </a:r>
              </a:p>
            </p:txBody>
          </p:sp>
          <p:sp>
            <p:nvSpPr>
              <p:cNvPr id="109" name="文本框 108">
                <a:extLst>
                  <a:ext uri="{FF2B5EF4-FFF2-40B4-BE49-F238E27FC236}">
                    <a16:creationId xmlns:a16="http://schemas.microsoft.com/office/drawing/2014/main" id="{126AB4E1-54B3-484F-E74E-0415B81593ED}"/>
                  </a:ext>
                </a:extLst>
              </p:cNvPr>
              <p:cNvSpPr txBox="1"/>
              <p:nvPr/>
            </p:nvSpPr>
            <p:spPr>
              <a:xfrm>
                <a:off x="6658095" y="3155600"/>
                <a:ext cx="454131" cy="2463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>
                  <a:defRPr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 CN Heavy" panose="020B0A00000000000000" pitchFamily="34" charset="-122"/>
                    <a:ea typeface="思源黑体 CN Heavy" panose="020B0A00000000000000" pitchFamily="34" charset="-122"/>
                  </a:defRPr>
                </a:lvl1pPr>
              </a:lstStyle>
              <a:p>
                <a:pPr algn="r"/>
                <a:r>
                  <a:rPr lang="en-US" altLang="zh-CN" sz="1001" dirty="0">
                    <a:solidFill>
                      <a:schemeClr val="tx1">
                        <a:lumMod val="75000"/>
                        <a:lumOff val="25000"/>
                        <a:alpha val="50000"/>
                      </a:schemeClr>
                    </a:solidFill>
                    <a:latin typeface="思源黑体 CN Regular" panose="020B0500000000000000" pitchFamily="34" charset="-122"/>
                    <a:ea typeface="思源黑体 CN Regular" panose="020B0500000000000000" pitchFamily="34" charset="-122"/>
                  </a:rPr>
                  <a:t>25</a:t>
                </a:r>
              </a:p>
            </p:txBody>
          </p:sp>
          <p:sp>
            <p:nvSpPr>
              <p:cNvPr id="110" name="文本框 109">
                <a:extLst>
                  <a:ext uri="{FF2B5EF4-FFF2-40B4-BE49-F238E27FC236}">
                    <a16:creationId xmlns:a16="http://schemas.microsoft.com/office/drawing/2014/main" id="{20116149-4E6E-DAF9-06A9-5161359D87D3}"/>
                  </a:ext>
                </a:extLst>
              </p:cNvPr>
              <p:cNvSpPr txBox="1"/>
              <p:nvPr/>
            </p:nvSpPr>
            <p:spPr>
              <a:xfrm>
                <a:off x="6658095" y="3357859"/>
                <a:ext cx="454131" cy="2463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>
                  <a:defRPr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 CN Heavy" panose="020B0A00000000000000" pitchFamily="34" charset="-122"/>
                    <a:ea typeface="思源黑体 CN Heavy" panose="020B0A00000000000000" pitchFamily="34" charset="-122"/>
                  </a:defRPr>
                </a:lvl1pPr>
              </a:lstStyle>
              <a:p>
                <a:pPr algn="r"/>
                <a:r>
                  <a:rPr lang="en-US" altLang="zh-CN" sz="1001" dirty="0">
                    <a:solidFill>
                      <a:schemeClr val="tx1">
                        <a:lumMod val="75000"/>
                        <a:lumOff val="25000"/>
                        <a:alpha val="50000"/>
                      </a:schemeClr>
                    </a:solidFill>
                    <a:latin typeface="思源黑体 CN Regular" panose="020B0500000000000000" pitchFamily="34" charset="-122"/>
                    <a:ea typeface="思源黑体 CN Regular" panose="020B0500000000000000" pitchFamily="34" charset="-122"/>
                  </a:rPr>
                  <a:t>26</a:t>
                </a:r>
              </a:p>
            </p:txBody>
          </p:sp>
          <p:sp>
            <p:nvSpPr>
              <p:cNvPr id="111" name="文本框 110">
                <a:extLst>
                  <a:ext uri="{FF2B5EF4-FFF2-40B4-BE49-F238E27FC236}">
                    <a16:creationId xmlns:a16="http://schemas.microsoft.com/office/drawing/2014/main" id="{7A2F2545-5C66-F1C5-F448-B6121828240F}"/>
                  </a:ext>
                </a:extLst>
              </p:cNvPr>
              <p:cNvSpPr txBox="1"/>
              <p:nvPr/>
            </p:nvSpPr>
            <p:spPr>
              <a:xfrm>
                <a:off x="6658095" y="3556311"/>
                <a:ext cx="454131" cy="2463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>
                  <a:defRPr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 CN Heavy" panose="020B0A00000000000000" pitchFamily="34" charset="-122"/>
                    <a:ea typeface="思源黑体 CN Heavy" panose="020B0A00000000000000" pitchFamily="34" charset="-122"/>
                  </a:defRPr>
                </a:lvl1pPr>
              </a:lstStyle>
              <a:p>
                <a:pPr algn="r"/>
                <a:r>
                  <a:rPr lang="en-US" altLang="zh-CN" sz="1001" dirty="0">
                    <a:solidFill>
                      <a:schemeClr val="tx1">
                        <a:lumMod val="75000"/>
                        <a:lumOff val="25000"/>
                        <a:alpha val="50000"/>
                      </a:schemeClr>
                    </a:solidFill>
                    <a:latin typeface="思源黑体 CN Regular" panose="020B0500000000000000" pitchFamily="34" charset="-122"/>
                    <a:ea typeface="思源黑体 CN Regular" panose="020B0500000000000000" pitchFamily="34" charset="-122"/>
                  </a:rPr>
                  <a:t>42</a:t>
                </a:r>
              </a:p>
            </p:txBody>
          </p:sp>
          <p:sp>
            <p:nvSpPr>
              <p:cNvPr id="112" name="文本框 111">
                <a:extLst>
                  <a:ext uri="{FF2B5EF4-FFF2-40B4-BE49-F238E27FC236}">
                    <a16:creationId xmlns:a16="http://schemas.microsoft.com/office/drawing/2014/main" id="{2EB7064D-0BD2-550E-659C-86DBB88D5D40}"/>
                  </a:ext>
                </a:extLst>
              </p:cNvPr>
              <p:cNvSpPr txBox="1"/>
              <p:nvPr/>
            </p:nvSpPr>
            <p:spPr>
              <a:xfrm>
                <a:off x="6658095" y="3753682"/>
                <a:ext cx="454131" cy="2463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>
                  <a:defRPr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 CN Heavy" panose="020B0A00000000000000" pitchFamily="34" charset="-122"/>
                    <a:ea typeface="思源黑体 CN Heavy" panose="020B0A00000000000000" pitchFamily="34" charset="-122"/>
                  </a:defRPr>
                </a:lvl1pPr>
              </a:lstStyle>
              <a:p>
                <a:pPr algn="r"/>
                <a:r>
                  <a:rPr lang="en-US" altLang="zh-CN" sz="1001" dirty="0">
                    <a:solidFill>
                      <a:schemeClr val="tx1">
                        <a:lumMod val="75000"/>
                        <a:lumOff val="25000"/>
                        <a:alpha val="50000"/>
                      </a:schemeClr>
                    </a:solidFill>
                    <a:latin typeface="思源黑体 CN Regular" panose="020B0500000000000000" pitchFamily="34" charset="-122"/>
                    <a:ea typeface="思源黑体 CN Regular" panose="020B0500000000000000" pitchFamily="34" charset="-122"/>
                  </a:rPr>
                  <a:t>12</a:t>
                </a:r>
              </a:p>
            </p:txBody>
          </p:sp>
          <p:sp>
            <p:nvSpPr>
              <p:cNvPr id="113" name="文本框 112">
                <a:extLst>
                  <a:ext uri="{FF2B5EF4-FFF2-40B4-BE49-F238E27FC236}">
                    <a16:creationId xmlns:a16="http://schemas.microsoft.com/office/drawing/2014/main" id="{EAC3E10A-DD1B-F92F-8718-F03B33F1158C}"/>
                  </a:ext>
                </a:extLst>
              </p:cNvPr>
              <p:cNvSpPr txBox="1"/>
              <p:nvPr/>
            </p:nvSpPr>
            <p:spPr>
              <a:xfrm>
                <a:off x="6658095" y="3946544"/>
                <a:ext cx="454131" cy="2463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>
                  <a:defRPr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 CN Heavy" panose="020B0A00000000000000" pitchFamily="34" charset="-122"/>
                    <a:ea typeface="思源黑体 CN Heavy" panose="020B0A00000000000000" pitchFamily="34" charset="-122"/>
                  </a:defRPr>
                </a:lvl1pPr>
              </a:lstStyle>
              <a:p>
                <a:pPr algn="r"/>
                <a:r>
                  <a:rPr lang="en-US" altLang="zh-CN" sz="1001" dirty="0">
                    <a:solidFill>
                      <a:schemeClr val="tx1">
                        <a:lumMod val="75000"/>
                        <a:lumOff val="25000"/>
                        <a:alpha val="50000"/>
                      </a:schemeClr>
                    </a:solidFill>
                    <a:latin typeface="思源黑体 CN Regular" panose="020B0500000000000000" pitchFamily="34" charset="-122"/>
                    <a:ea typeface="思源黑体 CN Regular" panose="020B0500000000000000" pitchFamily="34" charset="-122"/>
                  </a:rPr>
                  <a:t>12</a:t>
                </a:r>
              </a:p>
            </p:txBody>
          </p:sp>
          <p:sp>
            <p:nvSpPr>
              <p:cNvPr id="114" name="文本框 113">
                <a:extLst>
                  <a:ext uri="{FF2B5EF4-FFF2-40B4-BE49-F238E27FC236}">
                    <a16:creationId xmlns:a16="http://schemas.microsoft.com/office/drawing/2014/main" id="{CDB18E74-454D-4DA5-B0D7-D71E7341EC01}"/>
                  </a:ext>
                </a:extLst>
              </p:cNvPr>
              <p:cNvSpPr txBox="1"/>
              <p:nvPr/>
            </p:nvSpPr>
            <p:spPr>
              <a:xfrm>
                <a:off x="6658095" y="4149504"/>
                <a:ext cx="454131" cy="2463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>
                  <a:defRPr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 CN Heavy" panose="020B0A00000000000000" pitchFamily="34" charset="-122"/>
                    <a:ea typeface="思源黑体 CN Heavy" panose="020B0A00000000000000" pitchFamily="34" charset="-122"/>
                  </a:defRPr>
                </a:lvl1pPr>
              </a:lstStyle>
              <a:p>
                <a:pPr algn="r"/>
                <a:r>
                  <a:rPr lang="en-US" altLang="zh-CN" sz="1001" dirty="0">
                    <a:solidFill>
                      <a:schemeClr val="tx1">
                        <a:lumMod val="75000"/>
                        <a:lumOff val="25000"/>
                        <a:alpha val="50000"/>
                      </a:schemeClr>
                    </a:solidFill>
                    <a:latin typeface="思源黑体 CN Regular" panose="020B0500000000000000" pitchFamily="34" charset="-122"/>
                    <a:ea typeface="思源黑体 CN Regular" panose="020B0500000000000000" pitchFamily="34" charset="-122"/>
                  </a:rPr>
                  <a:t>3</a:t>
                </a:r>
              </a:p>
            </p:txBody>
          </p:sp>
          <p:sp>
            <p:nvSpPr>
              <p:cNvPr id="115" name="文本框 114">
                <a:extLst>
                  <a:ext uri="{FF2B5EF4-FFF2-40B4-BE49-F238E27FC236}">
                    <a16:creationId xmlns:a16="http://schemas.microsoft.com/office/drawing/2014/main" id="{FB7A1A48-99C5-2288-4206-55BF2D03737D}"/>
                  </a:ext>
                </a:extLst>
              </p:cNvPr>
              <p:cNvSpPr txBox="1"/>
              <p:nvPr/>
            </p:nvSpPr>
            <p:spPr>
              <a:xfrm>
                <a:off x="6658095" y="4366162"/>
                <a:ext cx="454131" cy="2463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>
                  <a:defRPr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 CN Heavy" panose="020B0A00000000000000" pitchFamily="34" charset="-122"/>
                    <a:ea typeface="思源黑体 CN Heavy" panose="020B0A00000000000000" pitchFamily="34" charset="-122"/>
                  </a:defRPr>
                </a:lvl1pPr>
              </a:lstStyle>
              <a:p>
                <a:pPr algn="r"/>
                <a:r>
                  <a:rPr lang="en-US" altLang="zh-CN" sz="1001" dirty="0">
                    <a:solidFill>
                      <a:schemeClr val="tx1">
                        <a:lumMod val="75000"/>
                        <a:lumOff val="25000"/>
                        <a:alpha val="50000"/>
                      </a:schemeClr>
                    </a:solidFill>
                    <a:latin typeface="思源黑体 CN Regular" panose="020B0500000000000000" pitchFamily="34" charset="-122"/>
                    <a:ea typeface="思源黑体 CN Regular" panose="020B0500000000000000" pitchFamily="34" charset="-122"/>
                  </a:rPr>
                  <a:t>5</a:t>
                </a:r>
              </a:p>
            </p:txBody>
          </p:sp>
        </p:grpSp>
        <p:grpSp>
          <p:nvGrpSpPr>
            <p:cNvPr id="211" name="组合 210">
              <a:extLst>
                <a:ext uri="{FF2B5EF4-FFF2-40B4-BE49-F238E27FC236}">
                  <a16:creationId xmlns:a16="http://schemas.microsoft.com/office/drawing/2014/main" id="{B26E7879-261C-E5FE-F68F-4CAD31549A8B}"/>
                </a:ext>
              </a:extLst>
            </p:cNvPr>
            <p:cNvGrpSpPr/>
            <p:nvPr/>
          </p:nvGrpSpPr>
          <p:grpSpPr>
            <a:xfrm>
              <a:off x="3464374" y="972967"/>
              <a:ext cx="1455996" cy="635059"/>
              <a:chOff x="2301242" y="1399482"/>
              <a:chExt cx="1288313" cy="635058"/>
            </a:xfrm>
          </p:grpSpPr>
          <p:sp>
            <p:nvSpPr>
              <p:cNvPr id="212" name="矩形: 圆角 211">
                <a:extLst>
                  <a:ext uri="{FF2B5EF4-FFF2-40B4-BE49-F238E27FC236}">
                    <a16:creationId xmlns:a16="http://schemas.microsoft.com/office/drawing/2014/main" id="{28B31742-4A44-39D9-94B4-50296A4FD31A}"/>
                  </a:ext>
                </a:extLst>
              </p:cNvPr>
              <p:cNvSpPr/>
              <p:nvPr/>
            </p:nvSpPr>
            <p:spPr>
              <a:xfrm>
                <a:off x="2301242" y="1399482"/>
                <a:ext cx="1288313" cy="635058"/>
              </a:xfrm>
              <a:prstGeom prst="roundRect">
                <a:avLst>
                  <a:gd name="adj" fmla="val 5265"/>
                </a:avLst>
              </a:prstGeom>
              <a:solidFill>
                <a:srgbClr val="EEEAE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1"/>
              </a:p>
            </p:txBody>
          </p:sp>
          <p:sp>
            <p:nvSpPr>
              <p:cNvPr id="213" name="文本框 212">
                <a:extLst>
                  <a:ext uri="{FF2B5EF4-FFF2-40B4-BE49-F238E27FC236}">
                    <a16:creationId xmlns:a16="http://schemas.microsoft.com/office/drawing/2014/main" id="{D2B8C6D7-1289-6FE2-2B61-1400C9EEE6B9}"/>
                  </a:ext>
                </a:extLst>
              </p:cNvPr>
              <p:cNvSpPr txBox="1"/>
              <p:nvPr/>
            </p:nvSpPr>
            <p:spPr>
              <a:xfrm>
                <a:off x="2301242" y="1742367"/>
                <a:ext cx="1120675" cy="2463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>
                  <a:defRPr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 CN Heavy" panose="020B0A00000000000000" pitchFamily="34" charset="-122"/>
                    <a:ea typeface="思源黑体 CN Heavy" panose="020B0A00000000000000" pitchFamily="34" charset="-122"/>
                  </a:defRPr>
                </a:lvl1pPr>
              </a:lstStyle>
              <a:p>
                <a:r>
                  <a:rPr lang="en-US" altLang="zh-CN" sz="1001" dirty="0">
                    <a:solidFill>
                      <a:schemeClr val="tx1">
                        <a:lumMod val="75000"/>
                        <a:lumOff val="25000"/>
                        <a:alpha val="50000"/>
                      </a:schemeClr>
                    </a:solidFill>
                    <a:latin typeface="思源黑体 CN Regular" panose="020B0500000000000000" pitchFamily="34" charset="-122"/>
                    <a:ea typeface="思源黑体 CN Regular" panose="020B0500000000000000" pitchFamily="34" charset="-122"/>
                  </a:rPr>
                  <a:t>Model Calls</a:t>
                </a:r>
              </a:p>
            </p:txBody>
          </p:sp>
          <p:sp>
            <p:nvSpPr>
              <p:cNvPr id="214" name="文本框 213">
                <a:extLst>
                  <a:ext uri="{FF2B5EF4-FFF2-40B4-BE49-F238E27FC236}">
                    <a16:creationId xmlns:a16="http://schemas.microsoft.com/office/drawing/2014/main" id="{20A5E3A0-8321-3FD5-EEF4-B605FC882376}"/>
                  </a:ext>
                </a:extLst>
              </p:cNvPr>
              <p:cNvSpPr txBox="1"/>
              <p:nvPr/>
            </p:nvSpPr>
            <p:spPr>
              <a:xfrm>
                <a:off x="2301242" y="1417446"/>
                <a:ext cx="1249484" cy="338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>
                  <a:defRPr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 CN Heavy" panose="020B0A00000000000000" pitchFamily="34" charset="-122"/>
                    <a:ea typeface="思源黑体 CN Heavy" panose="020B0A00000000000000" pitchFamily="34" charset="-122"/>
                  </a:defRPr>
                </a:lvl1pPr>
              </a:lstStyle>
              <a:p>
                <a:r>
                  <a:rPr lang="en-US" altLang="zh-CN" sz="1600" b="1" dirty="0">
                    <a:solidFill>
                      <a:srgbClr val="444541"/>
                    </a:solidFill>
                    <a:latin typeface="Georgia" panose="02040502050405020303" pitchFamily="18" charset="0"/>
                  </a:rPr>
                  <a:t>324</a:t>
                </a:r>
                <a:endParaRPr lang="en-US" altLang="zh-CN" sz="1600" dirty="0">
                  <a:latin typeface="思源黑体 CN Regular" panose="020B0500000000000000" pitchFamily="34" charset="-122"/>
                  <a:ea typeface="思源黑体 CN Regular" panose="020B0500000000000000" pitchFamily="34" charset="-122"/>
                </a:endParaRPr>
              </a:p>
            </p:txBody>
          </p:sp>
        </p:grpSp>
      </p:grpSp>
      <p:sp>
        <p:nvSpPr>
          <p:cNvPr id="315" name="矩形: 圆角 314">
            <a:extLst>
              <a:ext uri="{FF2B5EF4-FFF2-40B4-BE49-F238E27FC236}">
                <a16:creationId xmlns:a16="http://schemas.microsoft.com/office/drawing/2014/main" id="{1D84DFD4-32D7-5477-E40A-19459E9ECE55}"/>
              </a:ext>
            </a:extLst>
          </p:cNvPr>
          <p:cNvSpPr>
            <a:spLocks/>
          </p:cNvSpPr>
          <p:nvPr/>
        </p:nvSpPr>
        <p:spPr>
          <a:xfrm>
            <a:off x="182525" y="180809"/>
            <a:ext cx="6492949" cy="5869471"/>
          </a:xfrm>
          <a:prstGeom prst="roundRect">
            <a:avLst>
              <a:gd name="adj" fmla="val 2412"/>
            </a:avLst>
          </a:prstGeom>
          <a:solidFill>
            <a:srgbClr val="FAF9F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316" name="文本框 315">
            <a:extLst>
              <a:ext uri="{FF2B5EF4-FFF2-40B4-BE49-F238E27FC236}">
                <a16:creationId xmlns:a16="http://schemas.microsoft.com/office/drawing/2014/main" id="{9787FE66-611B-D3EA-4F2F-E6C60ADB8927}"/>
              </a:ext>
            </a:extLst>
          </p:cNvPr>
          <p:cNvSpPr txBox="1"/>
          <p:nvPr/>
        </p:nvSpPr>
        <p:spPr>
          <a:xfrm>
            <a:off x="260094" y="301635"/>
            <a:ext cx="2139696" cy="307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1" dirty="0">
                <a:solidFill>
                  <a:srgbClr val="44454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Experiment</a:t>
            </a:r>
            <a:endParaRPr lang="zh-CN" altLang="en-US" sz="1401" dirty="0">
              <a:solidFill>
                <a:srgbClr val="444541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317" name="文本框 316">
            <a:extLst>
              <a:ext uri="{FF2B5EF4-FFF2-40B4-BE49-F238E27FC236}">
                <a16:creationId xmlns:a16="http://schemas.microsoft.com/office/drawing/2014/main" id="{91A55434-359D-6135-7E43-88C2E75CBE28}"/>
              </a:ext>
            </a:extLst>
          </p:cNvPr>
          <p:cNvSpPr txBox="1"/>
          <p:nvPr/>
        </p:nvSpPr>
        <p:spPr>
          <a:xfrm>
            <a:off x="298478" y="610230"/>
            <a:ext cx="1212114" cy="246349"/>
          </a:xfrm>
          <a:prstGeom prst="rect">
            <a:avLst/>
          </a:prstGeom>
          <a:noFill/>
        </p:spPr>
        <p:txBody>
          <a:bodyPr wrap="square" lIns="36000">
            <a:spAutoFit/>
          </a:bodyPr>
          <a:lstStyle>
            <a:defPPr>
              <a:defRPr lang="zh-CN"/>
            </a:defPPr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defRPr>
            </a:lvl1pPr>
          </a:lstStyle>
          <a:p>
            <a:r>
              <a:rPr lang="en-US" altLang="zh-CN" sz="1001" dirty="0">
                <a:solidFill>
                  <a:schemeClr val="tx1">
                    <a:lumMod val="75000"/>
                    <a:lumOff val="25000"/>
                    <a:alpha val="50000"/>
                  </a:schemeClr>
                </a:solidFill>
              </a:rPr>
              <a:t>Work</a:t>
            </a:r>
          </a:p>
        </p:txBody>
      </p:sp>
      <p:grpSp>
        <p:nvGrpSpPr>
          <p:cNvPr id="318" name="组合 317">
            <a:extLst>
              <a:ext uri="{FF2B5EF4-FFF2-40B4-BE49-F238E27FC236}">
                <a16:creationId xmlns:a16="http://schemas.microsoft.com/office/drawing/2014/main" id="{443B25D2-2A08-BFCB-7718-BA5E411CD925}"/>
              </a:ext>
            </a:extLst>
          </p:cNvPr>
          <p:cNvGrpSpPr/>
          <p:nvPr/>
        </p:nvGrpSpPr>
        <p:grpSpPr>
          <a:xfrm>
            <a:off x="335673" y="1820711"/>
            <a:ext cx="1455996" cy="635059"/>
            <a:chOff x="2301242" y="1399482"/>
            <a:chExt cx="1288313" cy="635058"/>
          </a:xfrm>
        </p:grpSpPr>
        <p:sp>
          <p:nvSpPr>
            <p:cNvPr id="319" name="矩形: 圆角 318">
              <a:extLst>
                <a:ext uri="{FF2B5EF4-FFF2-40B4-BE49-F238E27FC236}">
                  <a16:creationId xmlns:a16="http://schemas.microsoft.com/office/drawing/2014/main" id="{EFF95E66-54C6-C8FF-82DC-643ED7998748}"/>
                </a:ext>
              </a:extLst>
            </p:cNvPr>
            <p:cNvSpPr/>
            <p:nvPr/>
          </p:nvSpPr>
          <p:spPr>
            <a:xfrm>
              <a:off x="2301242" y="1399482"/>
              <a:ext cx="1288313" cy="635058"/>
            </a:xfrm>
            <a:prstGeom prst="roundRect">
              <a:avLst>
                <a:gd name="adj" fmla="val 5265"/>
              </a:avLst>
            </a:prstGeom>
            <a:solidFill>
              <a:srgbClr val="EEEA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1"/>
            </a:p>
          </p:txBody>
        </p:sp>
        <p:sp>
          <p:nvSpPr>
            <p:cNvPr id="320" name="文本框 319">
              <a:extLst>
                <a:ext uri="{FF2B5EF4-FFF2-40B4-BE49-F238E27FC236}">
                  <a16:creationId xmlns:a16="http://schemas.microsoft.com/office/drawing/2014/main" id="{CFB02C0C-7524-2E73-155A-F27D9265E346}"/>
                </a:ext>
              </a:extLst>
            </p:cNvPr>
            <p:cNvSpPr txBox="1"/>
            <p:nvPr/>
          </p:nvSpPr>
          <p:spPr>
            <a:xfrm>
              <a:off x="2301242" y="1742367"/>
              <a:ext cx="1120675" cy="2463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defRPr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Heavy" panose="020B0A00000000000000" pitchFamily="34" charset="-122"/>
                  <a:ea typeface="思源黑体 CN Heavy" panose="020B0A00000000000000" pitchFamily="34" charset="-122"/>
                </a:defRPr>
              </a:lvl1pPr>
            </a:lstStyle>
            <a:p>
              <a:r>
                <a:rPr lang="en-US" altLang="zh-CN" sz="1001" dirty="0">
                  <a:solidFill>
                    <a:schemeClr val="tx1">
                      <a:lumMod val="75000"/>
                      <a:lumOff val="25000"/>
                      <a:alpha val="50000"/>
                    </a:schemeClr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Total Time</a:t>
              </a:r>
            </a:p>
          </p:txBody>
        </p:sp>
        <p:sp>
          <p:nvSpPr>
            <p:cNvPr id="321" name="文本框 320">
              <a:extLst>
                <a:ext uri="{FF2B5EF4-FFF2-40B4-BE49-F238E27FC236}">
                  <a16:creationId xmlns:a16="http://schemas.microsoft.com/office/drawing/2014/main" id="{AD84F38E-F67A-B8A3-9E13-46DE3624DE12}"/>
                </a:ext>
              </a:extLst>
            </p:cNvPr>
            <p:cNvSpPr txBox="1"/>
            <p:nvPr/>
          </p:nvSpPr>
          <p:spPr>
            <a:xfrm>
              <a:off x="2301242" y="1417446"/>
              <a:ext cx="1249484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defRPr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Heavy" panose="020B0A00000000000000" pitchFamily="34" charset="-122"/>
                  <a:ea typeface="思源黑体 CN Heavy" panose="020B0A00000000000000" pitchFamily="34" charset="-122"/>
                </a:defRPr>
              </a:lvl1pPr>
            </a:lstStyle>
            <a:p>
              <a:r>
                <a:rPr lang="en-US" altLang="zh-CN" sz="1600" b="1" dirty="0">
                  <a:solidFill>
                    <a:srgbClr val="444541"/>
                  </a:solidFill>
                  <a:latin typeface="Georgia" panose="02040502050405020303" pitchFamily="18" charset="0"/>
                </a:rPr>
                <a:t>5H 3m</a:t>
              </a:r>
              <a:endParaRPr lang="en-US" altLang="zh-CN" sz="1600" dirty="0"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</p:grpSp>
      <p:sp>
        <p:nvSpPr>
          <p:cNvPr id="322" name="文本框 321">
            <a:extLst>
              <a:ext uri="{FF2B5EF4-FFF2-40B4-BE49-F238E27FC236}">
                <a16:creationId xmlns:a16="http://schemas.microsoft.com/office/drawing/2014/main" id="{385560B9-4F81-5DB2-BCFA-6D80517286CD}"/>
              </a:ext>
            </a:extLst>
          </p:cNvPr>
          <p:cNvSpPr txBox="1"/>
          <p:nvPr/>
        </p:nvSpPr>
        <p:spPr>
          <a:xfrm>
            <a:off x="321750" y="1574485"/>
            <a:ext cx="1212114" cy="246349"/>
          </a:xfrm>
          <a:prstGeom prst="rect">
            <a:avLst/>
          </a:prstGeom>
          <a:noFill/>
        </p:spPr>
        <p:txBody>
          <a:bodyPr wrap="square" lIns="36000">
            <a:spAutoFit/>
          </a:bodyPr>
          <a:lstStyle>
            <a:defPPr>
              <a:defRPr lang="zh-CN"/>
            </a:defPPr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defRPr>
            </a:lvl1pPr>
          </a:lstStyle>
          <a:p>
            <a:r>
              <a:rPr lang="en-US" altLang="zh-CN" sz="1001" dirty="0">
                <a:solidFill>
                  <a:schemeClr val="tx1">
                    <a:lumMod val="75000"/>
                    <a:lumOff val="25000"/>
                    <a:alpha val="50000"/>
                  </a:schemeClr>
                </a:solidFill>
              </a:rPr>
              <a:t>STAGE TIME</a:t>
            </a:r>
          </a:p>
        </p:txBody>
      </p:sp>
      <p:grpSp>
        <p:nvGrpSpPr>
          <p:cNvPr id="323" name="组合 322">
            <a:extLst>
              <a:ext uri="{FF2B5EF4-FFF2-40B4-BE49-F238E27FC236}">
                <a16:creationId xmlns:a16="http://schemas.microsoft.com/office/drawing/2014/main" id="{867C8628-E93A-384B-B4C5-BF7415D74E50}"/>
              </a:ext>
            </a:extLst>
          </p:cNvPr>
          <p:cNvGrpSpPr/>
          <p:nvPr/>
        </p:nvGrpSpPr>
        <p:grpSpPr>
          <a:xfrm>
            <a:off x="1901303" y="1820707"/>
            <a:ext cx="1455998" cy="635058"/>
            <a:chOff x="2301241" y="1399482"/>
            <a:chExt cx="1288314" cy="635058"/>
          </a:xfrm>
        </p:grpSpPr>
        <p:sp>
          <p:nvSpPr>
            <p:cNvPr id="324" name="矩形: 圆角 323">
              <a:extLst>
                <a:ext uri="{FF2B5EF4-FFF2-40B4-BE49-F238E27FC236}">
                  <a16:creationId xmlns:a16="http://schemas.microsoft.com/office/drawing/2014/main" id="{BD8E042E-3536-284C-777C-ADDC390E48AD}"/>
                </a:ext>
              </a:extLst>
            </p:cNvPr>
            <p:cNvSpPr/>
            <p:nvPr/>
          </p:nvSpPr>
          <p:spPr>
            <a:xfrm>
              <a:off x="2301242" y="1399482"/>
              <a:ext cx="1288313" cy="635058"/>
            </a:xfrm>
            <a:prstGeom prst="roundRect">
              <a:avLst>
                <a:gd name="adj" fmla="val 5265"/>
              </a:avLst>
            </a:prstGeom>
            <a:solidFill>
              <a:srgbClr val="EEEA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1"/>
            </a:p>
          </p:txBody>
        </p:sp>
        <p:sp>
          <p:nvSpPr>
            <p:cNvPr id="325" name="文本框 324">
              <a:extLst>
                <a:ext uri="{FF2B5EF4-FFF2-40B4-BE49-F238E27FC236}">
                  <a16:creationId xmlns:a16="http://schemas.microsoft.com/office/drawing/2014/main" id="{2D00911F-AA61-194D-D25C-7140D0C68F91}"/>
                </a:ext>
              </a:extLst>
            </p:cNvPr>
            <p:cNvSpPr txBox="1"/>
            <p:nvPr/>
          </p:nvSpPr>
          <p:spPr>
            <a:xfrm>
              <a:off x="2301241" y="1742367"/>
              <a:ext cx="1264627" cy="2463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defRPr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Heavy" panose="020B0A00000000000000" pitchFamily="34" charset="-122"/>
                  <a:ea typeface="思源黑体 CN Heavy" panose="020B0A00000000000000" pitchFamily="34" charset="-122"/>
                </a:defRPr>
              </a:lvl1pPr>
            </a:lstStyle>
            <a:p>
              <a:r>
                <a:rPr lang="en-US" altLang="zh-CN" sz="1001" dirty="0">
                  <a:solidFill>
                    <a:schemeClr val="tx1">
                      <a:lumMod val="75000"/>
                      <a:lumOff val="25000"/>
                      <a:alpha val="50000"/>
                    </a:schemeClr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Time Per Generation</a:t>
              </a:r>
            </a:p>
          </p:txBody>
        </p:sp>
        <p:sp>
          <p:nvSpPr>
            <p:cNvPr id="326" name="文本框 325">
              <a:extLst>
                <a:ext uri="{FF2B5EF4-FFF2-40B4-BE49-F238E27FC236}">
                  <a16:creationId xmlns:a16="http://schemas.microsoft.com/office/drawing/2014/main" id="{687CA1B1-8373-17CE-CEC7-ABA9AA4B021D}"/>
                </a:ext>
              </a:extLst>
            </p:cNvPr>
            <p:cNvSpPr txBox="1"/>
            <p:nvPr/>
          </p:nvSpPr>
          <p:spPr>
            <a:xfrm>
              <a:off x="2301243" y="1417446"/>
              <a:ext cx="1249484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defRPr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Heavy" panose="020B0A00000000000000" pitchFamily="34" charset="-122"/>
                  <a:ea typeface="思源黑体 CN Heavy" panose="020B0A00000000000000" pitchFamily="34" charset="-122"/>
                </a:defRPr>
              </a:lvl1pPr>
            </a:lstStyle>
            <a:p>
              <a:r>
                <a:rPr lang="en-US" altLang="zh-CN" sz="1600" b="1" dirty="0">
                  <a:solidFill>
                    <a:srgbClr val="444541"/>
                  </a:solidFill>
                  <a:latin typeface="Georgia" panose="02040502050405020303" pitchFamily="18" charset="0"/>
                </a:rPr>
                <a:t>--</a:t>
              </a:r>
              <a:endParaRPr lang="en-US" altLang="zh-CN" sz="1600" dirty="0"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</p:grpSp>
      <p:grpSp>
        <p:nvGrpSpPr>
          <p:cNvPr id="327" name="组合 326">
            <a:extLst>
              <a:ext uri="{FF2B5EF4-FFF2-40B4-BE49-F238E27FC236}">
                <a16:creationId xmlns:a16="http://schemas.microsoft.com/office/drawing/2014/main" id="{CEC12E92-61D4-2A77-E285-5D6DA1EA6F7C}"/>
              </a:ext>
            </a:extLst>
          </p:cNvPr>
          <p:cNvGrpSpPr/>
          <p:nvPr/>
        </p:nvGrpSpPr>
        <p:grpSpPr>
          <a:xfrm>
            <a:off x="321752" y="856456"/>
            <a:ext cx="1455996" cy="635059"/>
            <a:chOff x="2301242" y="1399482"/>
            <a:chExt cx="1288313" cy="635058"/>
          </a:xfrm>
        </p:grpSpPr>
        <p:sp>
          <p:nvSpPr>
            <p:cNvPr id="328" name="矩形: 圆角 327">
              <a:extLst>
                <a:ext uri="{FF2B5EF4-FFF2-40B4-BE49-F238E27FC236}">
                  <a16:creationId xmlns:a16="http://schemas.microsoft.com/office/drawing/2014/main" id="{CD9C4FB7-D719-719E-6A68-FFAFEAFC62E2}"/>
                </a:ext>
              </a:extLst>
            </p:cNvPr>
            <p:cNvSpPr/>
            <p:nvPr/>
          </p:nvSpPr>
          <p:spPr>
            <a:xfrm>
              <a:off x="2301242" y="1399482"/>
              <a:ext cx="1288313" cy="635058"/>
            </a:xfrm>
            <a:prstGeom prst="roundRect">
              <a:avLst>
                <a:gd name="adj" fmla="val 5265"/>
              </a:avLst>
            </a:prstGeom>
            <a:solidFill>
              <a:srgbClr val="EEEA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1"/>
            </a:p>
          </p:txBody>
        </p:sp>
        <p:sp>
          <p:nvSpPr>
            <p:cNvPr id="329" name="文本框 328">
              <a:extLst>
                <a:ext uri="{FF2B5EF4-FFF2-40B4-BE49-F238E27FC236}">
                  <a16:creationId xmlns:a16="http://schemas.microsoft.com/office/drawing/2014/main" id="{AB9350BC-B7D5-F3C1-3631-FC3A0AD565EA}"/>
                </a:ext>
              </a:extLst>
            </p:cNvPr>
            <p:cNvSpPr txBox="1"/>
            <p:nvPr/>
          </p:nvSpPr>
          <p:spPr>
            <a:xfrm>
              <a:off x="2301242" y="1742367"/>
              <a:ext cx="1252576" cy="2463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defRPr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Heavy" panose="020B0A00000000000000" pitchFamily="34" charset="-122"/>
                  <a:ea typeface="思源黑体 CN Heavy" panose="020B0A00000000000000" pitchFamily="34" charset="-122"/>
                </a:defRPr>
              </a:lvl1pPr>
            </a:lstStyle>
            <a:p>
              <a:r>
                <a:rPr lang="en-US" altLang="zh-CN" sz="1001" dirty="0">
                  <a:solidFill>
                    <a:schemeClr val="tx1">
                      <a:lumMod val="75000"/>
                      <a:lumOff val="25000"/>
                      <a:alpha val="50000"/>
                    </a:schemeClr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Current Generation</a:t>
              </a:r>
            </a:p>
          </p:txBody>
        </p:sp>
        <p:sp>
          <p:nvSpPr>
            <p:cNvPr id="330" name="文本框 329">
              <a:extLst>
                <a:ext uri="{FF2B5EF4-FFF2-40B4-BE49-F238E27FC236}">
                  <a16:creationId xmlns:a16="http://schemas.microsoft.com/office/drawing/2014/main" id="{8AFF0CD5-F2A7-BF74-E60D-6E8C4B20F3EF}"/>
                </a:ext>
              </a:extLst>
            </p:cNvPr>
            <p:cNvSpPr txBox="1"/>
            <p:nvPr/>
          </p:nvSpPr>
          <p:spPr>
            <a:xfrm>
              <a:off x="2301242" y="1417446"/>
              <a:ext cx="1249484" cy="338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defRPr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Heavy" panose="020B0A00000000000000" pitchFamily="34" charset="-122"/>
                  <a:ea typeface="思源黑体 CN Heavy" panose="020B0A00000000000000" pitchFamily="34" charset="-122"/>
                </a:defRPr>
              </a:lvl1pPr>
            </a:lstStyle>
            <a:p>
              <a:r>
                <a:rPr lang="en-US" altLang="zh-CN" sz="1600" b="1" dirty="0">
                  <a:solidFill>
                    <a:srgbClr val="444541"/>
                  </a:solidFill>
                  <a:latin typeface="Georgia" panose="02040502050405020303" pitchFamily="18" charset="0"/>
                </a:rPr>
                <a:t>1</a:t>
              </a:r>
              <a:endParaRPr lang="en-US" altLang="zh-CN" sz="1600" dirty="0"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</p:grpSp>
      <p:grpSp>
        <p:nvGrpSpPr>
          <p:cNvPr id="331" name="组合 330">
            <a:extLst>
              <a:ext uri="{FF2B5EF4-FFF2-40B4-BE49-F238E27FC236}">
                <a16:creationId xmlns:a16="http://schemas.microsoft.com/office/drawing/2014/main" id="{D4F01787-0961-9E58-8A73-8DF2D9CB775D}"/>
              </a:ext>
            </a:extLst>
          </p:cNvPr>
          <p:cNvGrpSpPr/>
          <p:nvPr/>
        </p:nvGrpSpPr>
        <p:grpSpPr>
          <a:xfrm>
            <a:off x="1873457" y="856452"/>
            <a:ext cx="1455996" cy="635058"/>
            <a:chOff x="2301242" y="1399482"/>
            <a:chExt cx="1288313" cy="635058"/>
          </a:xfrm>
        </p:grpSpPr>
        <p:sp>
          <p:nvSpPr>
            <p:cNvPr id="332" name="矩形: 圆角 331">
              <a:extLst>
                <a:ext uri="{FF2B5EF4-FFF2-40B4-BE49-F238E27FC236}">
                  <a16:creationId xmlns:a16="http://schemas.microsoft.com/office/drawing/2014/main" id="{80DEE9FF-1B9E-45EF-0B8C-56799164181F}"/>
                </a:ext>
              </a:extLst>
            </p:cNvPr>
            <p:cNvSpPr/>
            <p:nvPr/>
          </p:nvSpPr>
          <p:spPr>
            <a:xfrm>
              <a:off x="2301242" y="1399482"/>
              <a:ext cx="1288313" cy="635058"/>
            </a:xfrm>
            <a:prstGeom prst="roundRect">
              <a:avLst>
                <a:gd name="adj" fmla="val 5265"/>
              </a:avLst>
            </a:prstGeom>
            <a:solidFill>
              <a:srgbClr val="EEEA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1"/>
            </a:p>
          </p:txBody>
        </p:sp>
        <p:sp>
          <p:nvSpPr>
            <p:cNvPr id="333" name="文本框 332">
              <a:extLst>
                <a:ext uri="{FF2B5EF4-FFF2-40B4-BE49-F238E27FC236}">
                  <a16:creationId xmlns:a16="http://schemas.microsoft.com/office/drawing/2014/main" id="{1904FC40-8D52-D512-1CC2-F508143FC3A3}"/>
                </a:ext>
              </a:extLst>
            </p:cNvPr>
            <p:cNvSpPr txBox="1"/>
            <p:nvPr/>
          </p:nvSpPr>
          <p:spPr>
            <a:xfrm>
              <a:off x="2301242" y="1742367"/>
              <a:ext cx="1120675" cy="2463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defRPr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Heavy" panose="020B0A00000000000000" pitchFamily="34" charset="-122"/>
                  <a:ea typeface="思源黑体 CN Heavy" panose="020B0A00000000000000" pitchFamily="34" charset="-122"/>
                </a:defRPr>
              </a:lvl1pPr>
            </a:lstStyle>
            <a:p>
              <a:r>
                <a:rPr lang="en-US" altLang="zh-CN" sz="1001" dirty="0">
                  <a:solidFill>
                    <a:schemeClr val="tx1">
                      <a:lumMod val="75000"/>
                      <a:lumOff val="25000"/>
                      <a:alpha val="50000"/>
                    </a:schemeClr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Max Generations</a:t>
              </a:r>
            </a:p>
          </p:txBody>
        </p:sp>
        <p:sp>
          <p:nvSpPr>
            <p:cNvPr id="334" name="文本框 333">
              <a:extLst>
                <a:ext uri="{FF2B5EF4-FFF2-40B4-BE49-F238E27FC236}">
                  <a16:creationId xmlns:a16="http://schemas.microsoft.com/office/drawing/2014/main" id="{610C5E93-DDE5-9B9F-76BD-E27D29A9FD46}"/>
                </a:ext>
              </a:extLst>
            </p:cNvPr>
            <p:cNvSpPr txBox="1"/>
            <p:nvPr/>
          </p:nvSpPr>
          <p:spPr>
            <a:xfrm>
              <a:off x="2301242" y="1417446"/>
              <a:ext cx="1249484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defRPr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Heavy" panose="020B0A00000000000000" pitchFamily="34" charset="-122"/>
                  <a:ea typeface="思源黑体 CN Heavy" panose="020B0A00000000000000" pitchFamily="34" charset="-122"/>
                </a:defRPr>
              </a:lvl1pPr>
            </a:lstStyle>
            <a:p>
              <a:r>
                <a:rPr lang="en-US" altLang="zh-CN" sz="1600" b="1" dirty="0">
                  <a:solidFill>
                    <a:srgbClr val="444541"/>
                  </a:solidFill>
                  <a:latin typeface="Georgia" panose="02040502050405020303" pitchFamily="18" charset="0"/>
                </a:rPr>
                <a:t>5</a:t>
              </a:r>
              <a:endParaRPr lang="en-US" altLang="zh-CN" sz="1600" dirty="0"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</p:grpSp>
      <p:sp>
        <p:nvSpPr>
          <p:cNvPr id="335" name="矩形: 圆角 334">
            <a:extLst>
              <a:ext uri="{FF2B5EF4-FFF2-40B4-BE49-F238E27FC236}">
                <a16:creationId xmlns:a16="http://schemas.microsoft.com/office/drawing/2014/main" id="{DB303118-1D0F-A39B-320E-6F0A069E2B67}"/>
              </a:ext>
            </a:extLst>
          </p:cNvPr>
          <p:cNvSpPr/>
          <p:nvPr/>
        </p:nvSpPr>
        <p:spPr>
          <a:xfrm>
            <a:off x="335673" y="2568236"/>
            <a:ext cx="6148239" cy="2057913"/>
          </a:xfrm>
          <a:prstGeom prst="roundRect">
            <a:avLst>
              <a:gd name="adj" fmla="val 3163"/>
            </a:avLst>
          </a:prstGeom>
          <a:solidFill>
            <a:srgbClr val="EEEAE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grpSp>
        <p:nvGrpSpPr>
          <p:cNvPr id="336" name="组合 335">
            <a:extLst>
              <a:ext uri="{FF2B5EF4-FFF2-40B4-BE49-F238E27FC236}">
                <a16:creationId xmlns:a16="http://schemas.microsoft.com/office/drawing/2014/main" id="{BF12EC97-BE0C-8FD0-9B12-D0DBA6798474}"/>
              </a:ext>
            </a:extLst>
          </p:cNvPr>
          <p:cNvGrpSpPr/>
          <p:nvPr/>
        </p:nvGrpSpPr>
        <p:grpSpPr>
          <a:xfrm>
            <a:off x="473000" y="2834645"/>
            <a:ext cx="1302230" cy="1302230"/>
            <a:chOff x="5013960" y="2915920"/>
            <a:chExt cx="894080" cy="894080"/>
          </a:xfrm>
        </p:grpSpPr>
        <p:sp>
          <p:nvSpPr>
            <p:cNvPr id="337" name="不完整圆 336">
              <a:extLst>
                <a:ext uri="{FF2B5EF4-FFF2-40B4-BE49-F238E27FC236}">
                  <a16:creationId xmlns:a16="http://schemas.microsoft.com/office/drawing/2014/main" id="{62A027E5-88CF-116C-F723-BBF1B6FC83CE}"/>
                </a:ext>
              </a:extLst>
            </p:cNvPr>
            <p:cNvSpPr/>
            <p:nvPr/>
          </p:nvSpPr>
          <p:spPr>
            <a:xfrm>
              <a:off x="5013960" y="2915920"/>
              <a:ext cx="894080" cy="894080"/>
            </a:xfrm>
            <a:prstGeom prst="pie">
              <a:avLst>
                <a:gd name="adj1" fmla="val 0"/>
                <a:gd name="adj2" fmla="val 2985819"/>
              </a:avLst>
            </a:prstGeom>
            <a:solidFill>
              <a:srgbClr val="BDAD8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1">
                <a:solidFill>
                  <a:schemeClr val="tx1"/>
                </a:solidFill>
              </a:endParaRPr>
            </a:p>
          </p:txBody>
        </p:sp>
        <p:sp>
          <p:nvSpPr>
            <p:cNvPr id="338" name="不完整圆 337">
              <a:extLst>
                <a:ext uri="{FF2B5EF4-FFF2-40B4-BE49-F238E27FC236}">
                  <a16:creationId xmlns:a16="http://schemas.microsoft.com/office/drawing/2014/main" id="{A0DE2993-DDE9-CC56-AED1-E3C7393C4808}"/>
                </a:ext>
              </a:extLst>
            </p:cNvPr>
            <p:cNvSpPr/>
            <p:nvPr/>
          </p:nvSpPr>
          <p:spPr>
            <a:xfrm>
              <a:off x="5013960" y="2915920"/>
              <a:ext cx="894080" cy="894080"/>
            </a:xfrm>
            <a:prstGeom prst="pie">
              <a:avLst>
                <a:gd name="adj1" fmla="val 2913692"/>
                <a:gd name="adj2" fmla="val 7163321"/>
              </a:avLst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1">
                <a:solidFill>
                  <a:schemeClr val="tx1"/>
                </a:solidFill>
              </a:endParaRPr>
            </a:p>
          </p:txBody>
        </p:sp>
        <p:sp>
          <p:nvSpPr>
            <p:cNvPr id="339" name="不完整圆 338">
              <a:extLst>
                <a:ext uri="{FF2B5EF4-FFF2-40B4-BE49-F238E27FC236}">
                  <a16:creationId xmlns:a16="http://schemas.microsoft.com/office/drawing/2014/main" id="{B35A6AF0-7728-6F70-6A2E-D65BDB43E624}"/>
                </a:ext>
              </a:extLst>
            </p:cNvPr>
            <p:cNvSpPr/>
            <p:nvPr/>
          </p:nvSpPr>
          <p:spPr>
            <a:xfrm>
              <a:off x="5013960" y="2915920"/>
              <a:ext cx="894080" cy="894080"/>
            </a:xfrm>
            <a:prstGeom prst="pie">
              <a:avLst>
                <a:gd name="adj1" fmla="val 7159316"/>
                <a:gd name="adj2" fmla="val 18980669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1">
                <a:solidFill>
                  <a:schemeClr val="tx1"/>
                </a:solidFill>
              </a:endParaRPr>
            </a:p>
          </p:txBody>
        </p:sp>
        <p:sp>
          <p:nvSpPr>
            <p:cNvPr id="340" name="不完整圆 339">
              <a:extLst>
                <a:ext uri="{FF2B5EF4-FFF2-40B4-BE49-F238E27FC236}">
                  <a16:creationId xmlns:a16="http://schemas.microsoft.com/office/drawing/2014/main" id="{852A86DB-A334-FD97-3556-2745494FE051}"/>
                </a:ext>
              </a:extLst>
            </p:cNvPr>
            <p:cNvSpPr/>
            <p:nvPr/>
          </p:nvSpPr>
          <p:spPr>
            <a:xfrm>
              <a:off x="5013960" y="2915920"/>
              <a:ext cx="894080" cy="894080"/>
            </a:xfrm>
            <a:prstGeom prst="pie">
              <a:avLst>
                <a:gd name="adj1" fmla="val 18977795"/>
                <a:gd name="adj2" fmla="val 19534744"/>
              </a:avLst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1">
                <a:solidFill>
                  <a:schemeClr val="tx1"/>
                </a:solidFill>
              </a:endParaRPr>
            </a:p>
          </p:txBody>
        </p:sp>
        <p:sp>
          <p:nvSpPr>
            <p:cNvPr id="341" name="不完整圆 340">
              <a:extLst>
                <a:ext uri="{FF2B5EF4-FFF2-40B4-BE49-F238E27FC236}">
                  <a16:creationId xmlns:a16="http://schemas.microsoft.com/office/drawing/2014/main" id="{75D6F043-9A6C-4FC2-BB97-D0FE5570D736}"/>
                </a:ext>
              </a:extLst>
            </p:cNvPr>
            <p:cNvSpPr/>
            <p:nvPr/>
          </p:nvSpPr>
          <p:spPr>
            <a:xfrm>
              <a:off x="5013960" y="2915920"/>
              <a:ext cx="894080" cy="894080"/>
            </a:xfrm>
            <a:prstGeom prst="pie">
              <a:avLst>
                <a:gd name="adj1" fmla="val 20053370"/>
                <a:gd name="adj2" fmla="val 21585757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1">
                <a:solidFill>
                  <a:schemeClr val="tx1"/>
                </a:solidFill>
              </a:endParaRPr>
            </a:p>
          </p:txBody>
        </p:sp>
        <p:sp>
          <p:nvSpPr>
            <p:cNvPr id="342" name="不完整圆 341">
              <a:extLst>
                <a:ext uri="{FF2B5EF4-FFF2-40B4-BE49-F238E27FC236}">
                  <a16:creationId xmlns:a16="http://schemas.microsoft.com/office/drawing/2014/main" id="{66449A0E-2304-0A59-A97C-13F1DC63EF5D}"/>
                </a:ext>
              </a:extLst>
            </p:cNvPr>
            <p:cNvSpPr/>
            <p:nvPr/>
          </p:nvSpPr>
          <p:spPr>
            <a:xfrm>
              <a:off x="5013960" y="2915920"/>
              <a:ext cx="894080" cy="894080"/>
            </a:xfrm>
            <a:prstGeom prst="pie">
              <a:avLst>
                <a:gd name="adj1" fmla="val 19477235"/>
                <a:gd name="adj2" fmla="val 20158967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1">
                <a:solidFill>
                  <a:schemeClr val="tx1"/>
                </a:solidFill>
              </a:endParaRPr>
            </a:p>
          </p:txBody>
        </p:sp>
        <p:sp>
          <p:nvSpPr>
            <p:cNvPr id="343" name="椭圆 342">
              <a:extLst>
                <a:ext uri="{FF2B5EF4-FFF2-40B4-BE49-F238E27FC236}">
                  <a16:creationId xmlns:a16="http://schemas.microsoft.com/office/drawing/2014/main" id="{D15183B4-B065-79CC-8BAF-7C0D76050036}"/>
                </a:ext>
              </a:extLst>
            </p:cNvPr>
            <p:cNvSpPr/>
            <p:nvPr/>
          </p:nvSpPr>
          <p:spPr>
            <a:xfrm>
              <a:off x="5208907" y="3110867"/>
              <a:ext cx="504188" cy="504188"/>
            </a:xfrm>
            <a:prstGeom prst="ellipse">
              <a:avLst/>
            </a:prstGeom>
            <a:solidFill>
              <a:srgbClr val="EEEA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1"/>
            </a:p>
          </p:txBody>
        </p:sp>
      </p:grpSp>
      <p:sp>
        <p:nvSpPr>
          <p:cNvPr id="344" name="文本框 343">
            <a:extLst>
              <a:ext uri="{FF2B5EF4-FFF2-40B4-BE49-F238E27FC236}">
                <a16:creationId xmlns:a16="http://schemas.microsoft.com/office/drawing/2014/main" id="{3D0A3770-E2DB-33C0-D5AD-5054778143AA}"/>
              </a:ext>
            </a:extLst>
          </p:cNvPr>
          <p:cNvSpPr txBox="1"/>
          <p:nvPr/>
        </p:nvSpPr>
        <p:spPr>
          <a:xfrm>
            <a:off x="334693" y="4324958"/>
            <a:ext cx="1482294" cy="24634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defRPr>
            </a:lvl1pPr>
          </a:lstStyle>
          <a:p>
            <a:r>
              <a:rPr lang="zh-CN" altLang="en-US" sz="1001" dirty="0">
                <a:solidFill>
                  <a:schemeClr val="tx1">
                    <a:lumMod val="75000"/>
                    <a:lumOff val="25000"/>
                    <a:alpha val="5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角色运行时间占比排名</a:t>
            </a:r>
            <a:endParaRPr lang="en-US" altLang="zh-CN" sz="1001" dirty="0">
              <a:solidFill>
                <a:schemeClr val="tx1">
                  <a:lumMod val="75000"/>
                  <a:lumOff val="25000"/>
                  <a:alpha val="50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grpSp>
        <p:nvGrpSpPr>
          <p:cNvPr id="346" name="组合 345">
            <a:extLst>
              <a:ext uri="{FF2B5EF4-FFF2-40B4-BE49-F238E27FC236}">
                <a16:creationId xmlns:a16="http://schemas.microsoft.com/office/drawing/2014/main" id="{2DB59B76-37B6-2302-F39D-B3333B1D6B02}"/>
              </a:ext>
            </a:extLst>
          </p:cNvPr>
          <p:cNvGrpSpPr/>
          <p:nvPr/>
        </p:nvGrpSpPr>
        <p:grpSpPr>
          <a:xfrm>
            <a:off x="3464374" y="1820712"/>
            <a:ext cx="1455996" cy="635059"/>
            <a:chOff x="2301242" y="1399482"/>
            <a:chExt cx="1288313" cy="635058"/>
          </a:xfrm>
        </p:grpSpPr>
        <p:sp>
          <p:nvSpPr>
            <p:cNvPr id="347" name="矩形: 圆角 346">
              <a:extLst>
                <a:ext uri="{FF2B5EF4-FFF2-40B4-BE49-F238E27FC236}">
                  <a16:creationId xmlns:a16="http://schemas.microsoft.com/office/drawing/2014/main" id="{C800DE78-9A8A-C6CA-A2F4-C2D5FCDC95C8}"/>
                </a:ext>
              </a:extLst>
            </p:cNvPr>
            <p:cNvSpPr/>
            <p:nvPr/>
          </p:nvSpPr>
          <p:spPr>
            <a:xfrm>
              <a:off x="2301242" y="1399482"/>
              <a:ext cx="1288313" cy="635058"/>
            </a:xfrm>
            <a:prstGeom prst="roundRect">
              <a:avLst>
                <a:gd name="adj" fmla="val 5265"/>
              </a:avLst>
            </a:prstGeom>
            <a:solidFill>
              <a:srgbClr val="EEEA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1"/>
            </a:p>
          </p:txBody>
        </p:sp>
        <p:sp>
          <p:nvSpPr>
            <p:cNvPr id="348" name="文本框 347">
              <a:extLst>
                <a:ext uri="{FF2B5EF4-FFF2-40B4-BE49-F238E27FC236}">
                  <a16:creationId xmlns:a16="http://schemas.microsoft.com/office/drawing/2014/main" id="{5F25786F-1EF5-FAA3-8839-C81E880949F4}"/>
                </a:ext>
              </a:extLst>
            </p:cNvPr>
            <p:cNvSpPr txBox="1"/>
            <p:nvPr/>
          </p:nvSpPr>
          <p:spPr>
            <a:xfrm>
              <a:off x="2301242" y="1742367"/>
              <a:ext cx="1283473" cy="2463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defRPr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Heavy" panose="020B0A00000000000000" pitchFamily="34" charset="-122"/>
                  <a:ea typeface="思源黑体 CN Heavy" panose="020B0A00000000000000" pitchFamily="34" charset="-122"/>
                </a:defRPr>
              </a:lvl1pPr>
            </a:lstStyle>
            <a:p>
              <a:r>
                <a:rPr lang="en-US" altLang="zh-CN" sz="1001" spc="-80" dirty="0">
                  <a:solidFill>
                    <a:schemeClr val="tx1">
                      <a:lumMod val="75000"/>
                      <a:lumOff val="25000"/>
                      <a:alpha val="50000"/>
                    </a:schemeClr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Time Current Generation</a:t>
              </a:r>
            </a:p>
          </p:txBody>
        </p:sp>
        <p:sp>
          <p:nvSpPr>
            <p:cNvPr id="349" name="文本框 348">
              <a:extLst>
                <a:ext uri="{FF2B5EF4-FFF2-40B4-BE49-F238E27FC236}">
                  <a16:creationId xmlns:a16="http://schemas.microsoft.com/office/drawing/2014/main" id="{CCE5D027-F404-3DF8-80F8-EC00D1ADB0B1}"/>
                </a:ext>
              </a:extLst>
            </p:cNvPr>
            <p:cNvSpPr txBox="1"/>
            <p:nvPr/>
          </p:nvSpPr>
          <p:spPr>
            <a:xfrm>
              <a:off x="2301242" y="1417446"/>
              <a:ext cx="1249484" cy="338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defRPr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Heavy" panose="020B0A00000000000000" pitchFamily="34" charset="-122"/>
                  <a:ea typeface="思源黑体 CN Heavy" panose="020B0A00000000000000" pitchFamily="34" charset="-122"/>
                </a:defRPr>
              </a:lvl1pPr>
            </a:lstStyle>
            <a:p>
              <a:r>
                <a:rPr lang="en-US" altLang="zh-CN" sz="1600" b="1" dirty="0">
                  <a:solidFill>
                    <a:srgbClr val="444541"/>
                  </a:solidFill>
                  <a:latin typeface="Georgia" panose="02040502050405020303" pitchFamily="18" charset="0"/>
                </a:rPr>
                <a:t>5H 3m</a:t>
              </a:r>
              <a:endParaRPr lang="en-US" altLang="zh-CN" sz="1600" dirty="0"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</p:grpSp>
      <p:grpSp>
        <p:nvGrpSpPr>
          <p:cNvPr id="350" name="组合 349">
            <a:extLst>
              <a:ext uri="{FF2B5EF4-FFF2-40B4-BE49-F238E27FC236}">
                <a16:creationId xmlns:a16="http://schemas.microsoft.com/office/drawing/2014/main" id="{7FD9D65E-844E-AF06-8001-8E09726008C4}"/>
              </a:ext>
            </a:extLst>
          </p:cNvPr>
          <p:cNvGrpSpPr/>
          <p:nvPr/>
        </p:nvGrpSpPr>
        <p:grpSpPr>
          <a:xfrm>
            <a:off x="5030002" y="1820711"/>
            <a:ext cx="1455996" cy="635059"/>
            <a:chOff x="2301242" y="1399482"/>
            <a:chExt cx="1288313" cy="635058"/>
          </a:xfrm>
        </p:grpSpPr>
        <p:sp>
          <p:nvSpPr>
            <p:cNvPr id="351" name="矩形: 圆角 350">
              <a:extLst>
                <a:ext uri="{FF2B5EF4-FFF2-40B4-BE49-F238E27FC236}">
                  <a16:creationId xmlns:a16="http://schemas.microsoft.com/office/drawing/2014/main" id="{4EE533A1-C240-B902-CF87-8A57B0E99C43}"/>
                </a:ext>
              </a:extLst>
            </p:cNvPr>
            <p:cNvSpPr/>
            <p:nvPr/>
          </p:nvSpPr>
          <p:spPr>
            <a:xfrm>
              <a:off x="2301242" y="1399482"/>
              <a:ext cx="1288313" cy="635058"/>
            </a:xfrm>
            <a:prstGeom prst="roundRect">
              <a:avLst>
                <a:gd name="adj" fmla="val 5265"/>
              </a:avLst>
            </a:prstGeom>
            <a:solidFill>
              <a:srgbClr val="EEEA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1"/>
            </a:p>
          </p:txBody>
        </p:sp>
        <p:sp>
          <p:nvSpPr>
            <p:cNvPr id="352" name="文本框 351">
              <a:extLst>
                <a:ext uri="{FF2B5EF4-FFF2-40B4-BE49-F238E27FC236}">
                  <a16:creationId xmlns:a16="http://schemas.microsoft.com/office/drawing/2014/main" id="{ACAD7A67-F633-C378-53A7-7731722C304A}"/>
                </a:ext>
              </a:extLst>
            </p:cNvPr>
            <p:cNvSpPr txBox="1"/>
            <p:nvPr/>
          </p:nvSpPr>
          <p:spPr>
            <a:xfrm>
              <a:off x="2301242" y="1742367"/>
              <a:ext cx="1120675" cy="2463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defRPr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Heavy" panose="020B0A00000000000000" pitchFamily="34" charset="-122"/>
                  <a:ea typeface="思源黑体 CN Heavy" panose="020B0A00000000000000" pitchFamily="34" charset="-122"/>
                </a:defRPr>
              </a:lvl1pPr>
            </a:lstStyle>
            <a:p>
              <a:r>
                <a:rPr lang="en-US" altLang="zh-CN" sz="1001" dirty="0">
                  <a:solidFill>
                    <a:schemeClr val="tx1">
                      <a:lumMod val="75000"/>
                      <a:lumOff val="25000"/>
                      <a:alpha val="50000"/>
                    </a:schemeClr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xxx</a:t>
              </a:r>
            </a:p>
          </p:txBody>
        </p:sp>
        <p:sp>
          <p:nvSpPr>
            <p:cNvPr id="353" name="文本框 352">
              <a:extLst>
                <a:ext uri="{FF2B5EF4-FFF2-40B4-BE49-F238E27FC236}">
                  <a16:creationId xmlns:a16="http://schemas.microsoft.com/office/drawing/2014/main" id="{82054A84-5814-3790-56FB-C399D332E8CD}"/>
                </a:ext>
              </a:extLst>
            </p:cNvPr>
            <p:cNvSpPr txBox="1"/>
            <p:nvPr/>
          </p:nvSpPr>
          <p:spPr>
            <a:xfrm>
              <a:off x="2301242" y="1417446"/>
              <a:ext cx="1249484" cy="338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defRPr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Heavy" panose="020B0A00000000000000" pitchFamily="34" charset="-122"/>
                  <a:ea typeface="思源黑体 CN Heavy" panose="020B0A00000000000000" pitchFamily="34" charset="-122"/>
                </a:defRPr>
              </a:lvl1pPr>
            </a:lstStyle>
            <a:p>
              <a:r>
                <a:rPr lang="en-US" altLang="zh-CN" sz="1600" b="1" dirty="0">
                  <a:solidFill>
                    <a:srgbClr val="444541"/>
                  </a:solidFill>
                  <a:latin typeface="Georgia" panose="02040502050405020303" pitchFamily="18" charset="0"/>
                </a:rPr>
                <a:t>--</a:t>
              </a:r>
              <a:endParaRPr lang="en-US" altLang="zh-CN" sz="1600" dirty="0"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</p:grpSp>
      <p:sp>
        <p:nvSpPr>
          <p:cNvPr id="412" name="矩形: 圆角 411">
            <a:extLst>
              <a:ext uri="{FF2B5EF4-FFF2-40B4-BE49-F238E27FC236}">
                <a16:creationId xmlns:a16="http://schemas.microsoft.com/office/drawing/2014/main" id="{73A18CE1-41FB-15F8-7178-E06001DC90E2}"/>
              </a:ext>
            </a:extLst>
          </p:cNvPr>
          <p:cNvSpPr/>
          <p:nvPr/>
        </p:nvSpPr>
        <p:spPr>
          <a:xfrm>
            <a:off x="3464373" y="862482"/>
            <a:ext cx="3019537" cy="635059"/>
          </a:xfrm>
          <a:prstGeom prst="roundRect">
            <a:avLst>
              <a:gd name="adj" fmla="val 5265"/>
            </a:avLst>
          </a:prstGeom>
          <a:solidFill>
            <a:srgbClr val="EEEAE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413" name="文本框 412">
            <a:extLst>
              <a:ext uri="{FF2B5EF4-FFF2-40B4-BE49-F238E27FC236}">
                <a16:creationId xmlns:a16="http://schemas.microsoft.com/office/drawing/2014/main" id="{5EB7ED37-91DF-1B38-EDF7-58C3747DB736}"/>
              </a:ext>
            </a:extLst>
          </p:cNvPr>
          <p:cNvSpPr txBox="1"/>
          <p:nvPr/>
        </p:nvSpPr>
        <p:spPr>
          <a:xfrm>
            <a:off x="3464374" y="1205368"/>
            <a:ext cx="2799266" cy="24634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defRPr>
            </a:lvl1pPr>
          </a:lstStyle>
          <a:p>
            <a:r>
              <a:rPr lang="en-US" altLang="zh-CN" sz="1001" dirty="0">
                <a:solidFill>
                  <a:schemeClr val="tx1">
                    <a:lumMod val="75000"/>
                    <a:lumOff val="25000"/>
                    <a:alpha val="5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Work Items / Completed / Failed</a:t>
            </a:r>
          </a:p>
        </p:txBody>
      </p:sp>
      <p:sp>
        <p:nvSpPr>
          <p:cNvPr id="414" name="文本框 413">
            <a:extLst>
              <a:ext uri="{FF2B5EF4-FFF2-40B4-BE49-F238E27FC236}">
                <a16:creationId xmlns:a16="http://schemas.microsoft.com/office/drawing/2014/main" id="{15061A50-0F01-B66A-B90E-18D959E41C1E}"/>
              </a:ext>
            </a:extLst>
          </p:cNvPr>
          <p:cNvSpPr txBox="1"/>
          <p:nvPr/>
        </p:nvSpPr>
        <p:spPr>
          <a:xfrm>
            <a:off x="3464374" y="880446"/>
            <a:ext cx="14121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defRPr>
            </a:lvl1pPr>
          </a:lstStyle>
          <a:p>
            <a:r>
              <a:rPr lang="en-US" altLang="zh-CN" sz="1600" b="1" dirty="0">
                <a:solidFill>
                  <a:srgbClr val="444541"/>
                </a:solidFill>
                <a:latin typeface="Georgia" panose="02040502050405020303" pitchFamily="18" charset="0"/>
              </a:rPr>
              <a:t>29 / 25 / 4</a:t>
            </a:r>
            <a:endParaRPr lang="en-US" altLang="zh-CN" sz="160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416" name="文本框 415">
            <a:extLst>
              <a:ext uri="{FF2B5EF4-FFF2-40B4-BE49-F238E27FC236}">
                <a16:creationId xmlns:a16="http://schemas.microsoft.com/office/drawing/2014/main" id="{BD44DFF0-855B-CF84-A3BF-B1AEB9601096}"/>
              </a:ext>
            </a:extLst>
          </p:cNvPr>
          <p:cNvSpPr txBox="1"/>
          <p:nvPr/>
        </p:nvSpPr>
        <p:spPr>
          <a:xfrm>
            <a:off x="2325481" y="2912842"/>
            <a:ext cx="1328489" cy="24634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defRPr>
            </a:lvl1pPr>
          </a:lstStyle>
          <a:p>
            <a:r>
              <a:rPr lang="en-US" altLang="zh-CN" sz="1001" dirty="0">
                <a:solidFill>
                  <a:schemeClr val="tx1">
                    <a:lumMod val="75000"/>
                    <a:lumOff val="25000"/>
                    <a:alpha val="5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Failure Analyst</a:t>
            </a:r>
          </a:p>
        </p:txBody>
      </p:sp>
      <p:sp>
        <p:nvSpPr>
          <p:cNvPr id="417" name="文本框 416">
            <a:extLst>
              <a:ext uri="{FF2B5EF4-FFF2-40B4-BE49-F238E27FC236}">
                <a16:creationId xmlns:a16="http://schemas.microsoft.com/office/drawing/2014/main" id="{3D0E32DB-330A-649D-5428-FFDB2285CEA8}"/>
              </a:ext>
            </a:extLst>
          </p:cNvPr>
          <p:cNvSpPr txBox="1"/>
          <p:nvPr/>
        </p:nvSpPr>
        <p:spPr>
          <a:xfrm>
            <a:off x="2634506" y="2696453"/>
            <a:ext cx="773372" cy="24634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defRPr>
            </a:lvl1pPr>
          </a:lstStyle>
          <a:p>
            <a:pPr algn="ctr"/>
            <a:r>
              <a:rPr lang="en-US" altLang="zh-CN" sz="1001" dirty="0">
                <a:solidFill>
                  <a:schemeClr val="tx1">
                    <a:lumMod val="75000"/>
                    <a:lumOff val="25000"/>
                    <a:alpha val="90000"/>
                  </a:schemeClr>
                </a:solidFill>
              </a:rPr>
              <a:t>ROLE</a:t>
            </a:r>
          </a:p>
        </p:txBody>
      </p:sp>
      <p:sp>
        <p:nvSpPr>
          <p:cNvPr id="418" name="文本框 417">
            <a:extLst>
              <a:ext uri="{FF2B5EF4-FFF2-40B4-BE49-F238E27FC236}">
                <a16:creationId xmlns:a16="http://schemas.microsoft.com/office/drawing/2014/main" id="{2C6FA4B7-64D7-BCCC-A0B1-A66CD2F57C7D}"/>
              </a:ext>
            </a:extLst>
          </p:cNvPr>
          <p:cNvSpPr txBox="1"/>
          <p:nvPr/>
        </p:nvSpPr>
        <p:spPr>
          <a:xfrm>
            <a:off x="4036199" y="2696453"/>
            <a:ext cx="773372" cy="24634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defRPr>
            </a:lvl1pPr>
          </a:lstStyle>
          <a:p>
            <a:pPr algn="ctr"/>
            <a:r>
              <a:rPr lang="en-US" altLang="zh-CN" sz="1001" dirty="0">
                <a:solidFill>
                  <a:schemeClr val="tx1">
                    <a:lumMod val="75000"/>
                    <a:lumOff val="25000"/>
                    <a:alpha val="90000"/>
                  </a:schemeClr>
                </a:solidFill>
              </a:rPr>
              <a:t>TIME</a:t>
            </a:r>
          </a:p>
        </p:txBody>
      </p:sp>
      <p:cxnSp>
        <p:nvCxnSpPr>
          <p:cNvPr id="420" name="直接连接符 419">
            <a:extLst>
              <a:ext uri="{FF2B5EF4-FFF2-40B4-BE49-F238E27FC236}">
                <a16:creationId xmlns:a16="http://schemas.microsoft.com/office/drawing/2014/main" id="{1B0E3055-6CBE-E5AA-1122-1C0365DD0F4C}"/>
              </a:ext>
            </a:extLst>
          </p:cNvPr>
          <p:cNvCxnSpPr>
            <a:cxnSpLocks/>
          </p:cNvCxnSpPr>
          <p:nvPr/>
        </p:nvCxnSpPr>
        <p:spPr>
          <a:xfrm>
            <a:off x="3827087" y="2742442"/>
            <a:ext cx="0" cy="170401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2" name="文本框 421">
            <a:extLst>
              <a:ext uri="{FF2B5EF4-FFF2-40B4-BE49-F238E27FC236}">
                <a16:creationId xmlns:a16="http://schemas.microsoft.com/office/drawing/2014/main" id="{E284AF70-1E4C-2C65-8873-86A672598E8D}"/>
              </a:ext>
            </a:extLst>
          </p:cNvPr>
          <p:cNvSpPr txBox="1"/>
          <p:nvPr/>
        </p:nvSpPr>
        <p:spPr>
          <a:xfrm>
            <a:off x="1854423" y="2912842"/>
            <a:ext cx="283744" cy="24634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defRPr>
            </a:lvl1pPr>
          </a:lstStyle>
          <a:p>
            <a:r>
              <a:rPr lang="en-US" altLang="zh-CN" sz="1001" dirty="0">
                <a:solidFill>
                  <a:schemeClr val="tx1">
                    <a:lumMod val="75000"/>
                    <a:lumOff val="25000"/>
                    <a:alpha val="90000"/>
                  </a:schemeClr>
                </a:solidFill>
              </a:rPr>
              <a:t>1</a:t>
            </a:r>
          </a:p>
        </p:txBody>
      </p:sp>
      <p:sp>
        <p:nvSpPr>
          <p:cNvPr id="423" name="椭圆 422">
            <a:extLst>
              <a:ext uri="{FF2B5EF4-FFF2-40B4-BE49-F238E27FC236}">
                <a16:creationId xmlns:a16="http://schemas.microsoft.com/office/drawing/2014/main" id="{787EDCCA-5B77-A6B5-8755-299267F38B04}"/>
              </a:ext>
            </a:extLst>
          </p:cNvPr>
          <p:cNvSpPr/>
          <p:nvPr/>
        </p:nvSpPr>
        <p:spPr>
          <a:xfrm>
            <a:off x="2229905" y="2977812"/>
            <a:ext cx="116281" cy="116281"/>
          </a:xfrm>
          <a:prstGeom prst="ellipse">
            <a:avLst/>
          </a:prstGeom>
          <a:solidFill>
            <a:srgbClr val="0026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424" name="文本框 423">
            <a:extLst>
              <a:ext uri="{FF2B5EF4-FFF2-40B4-BE49-F238E27FC236}">
                <a16:creationId xmlns:a16="http://schemas.microsoft.com/office/drawing/2014/main" id="{21BC37F2-5F53-DE4A-001D-D1F16B8D5A6B}"/>
              </a:ext>
            </a:extLst>
          </p:cNvPr>
          <p:cNvSpPr txBox="1"/>
          <p:nvPr/>
        </p:nvSpPr>
        <p:spPr>
          <a:xfrm>
            <a:off x="3864046" y="2912842"/>
            <a:ext cx="1107803" cy="24634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defRPr>
            </a:lvl1pPr>
          </a:lstStyle>
          <a:p>
            <a:pPr algn="r"/>
            <a:r>
              <a:rPr lang="en-US" altLang="zh-CN" sz="1001" dirty="0">
                <a:solidFill>
                  <a:schemeClr val="tx1">
                    <a:lumMod val="75000"/>
                    <a:lumOff val="25000"/>
                    <a:alpha val="5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1h26m (55%)</a:t>
            </a:r>
          </a:p>
        </p:txBody>
      </p:sp>
      <p:sp>
        <p:nvSpPr>
          <p:cNvPr id="426" name="文本框 425">
            <a:extLst>
              <a:ext uri="{FF2B5EF4-FFF2-40B4-BE49-F238E27FC236}">
                <a16:creationId xmlns:a16="http://schemas.microsoft.com/office/drawing/2014/main" id="{D1A3A71B-EEFD-A317-B9CA-66097A252DC4}"/>
              </a:ext>
            </a:extLst>
          </p:cNvPr>
          <p:cNvSpPr txBox="1"/>
          <p:nvPr/>
        </p:nvSpPr>
        <p:spPr>
          <a:xfrm>
            <a:off x="2325481" y="3107473"/>
            <a:ext cx="1563226" cy="24634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defRPr>
            </a:lvl1pPr>
          </a:lstStyle>
          <a:p>
            <a:r>
              <a:rPr lang="en-US" altLang="zh-CN" sz="1001" dirty="0">
                <a:solidFill>
                  <a:schemeClr val="tx1">
                    <a:lumMod val="75000"/>
                    <a:lumOff val="25000"/>
                    <a:alpha val="5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Hypothesis Researcher</a:t>
            </a:r>
          </a:p>
        </p:txBody>
      </p:sp>
      <p:sp>
        <p:nvSpPr>
          <p:cNvPr id="427" name="文本框 426">
            <a:extLst>
              <a:ext uri="{FF2B5EF4-FFF2-40B4-BE49-F238E27FC236}">
                <a16:creationId xmlns:a16="http://schemas.microsoft.com/office/drawing/2014/main" id="{FEB43F2A-500E-C30C-6CC8-CE454015E9D1}"/>
              </a:ext>
            </a:extLst>
          </p:cNvPr>
          <p:cNvSpPr txBox="1"/>
          <p:nvPr/>
        </p:nvSpPr>
        <p:spPr>
          <a:xfrm>
            <a:off x="1854423" y="3107473"/>
            <a:ext cx="283744" cy="24634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defRPr>
            </a:lvl1pPr>
          </a:lstStyle>
          <a:p>
            <a:r>
              <a:rPr lang="en-US" altLang="zh-CN" sz="1001" dirty="0">
                <a:solidFill>
                  <a:schemeClr val="tx1">
                    <a:lumMod val="75000"/>
                    <a:lumOff val="25000"/>
                    <a:alpha val="90000"/>
                  </a:schemeClr>
                </a:solidFill>
              </a:rPr>
              <a:t>2</a:t>
            </a:r>
          </a:p>
        </p:txBody>
      </p:sp>
      <p:sp>
        <p:nvSpPr>
          <p:cNvPr id="428" name="椭圆 427">
            <a:extLst>
              <a:ext uri="{FF2B5EF4-FFF2-40B4-BE49-F238E27FC236}">
                <a16:creationId xmlns:a16="http://schemas.microsoft.com/office/drawing/2014/main" id="{2C83424E-1C75-0FA0-6E67-FBCBDC3D99E2}"/>
              </a:ext>
            </a:extLst>
          </p:cNvPr>
          <p:cNvSpPr/>
          <p:nvPr/>
        </p:nvSpPr>
        <p:spPr>
          <a:xfrm>
            <a:off x="2229905" y="3172442"/>
            <a:ext cx="116281" cy="116281"/>
          </a:xfrm>
          <a:prstGeom prst="ellipse">
            <a:avLst/>
          </a:prstGeom>
          <a:solidFill>
            <a:srgbClr val="BFA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429" name="文本框 428">
            <a:extLst>
              <a:ext uri="{FF2B5EF4-FFF2-40B4-BE49-F238E27FC236}">
                <a16:creationId xmlns:a16="http://schemas.microsoft.com/office/drawing/2014/main" id="{84FCF81F-2E80-8054-1304-2CF53C355FCA}"/>
              </a:ext>
            </a:extLst>
          </p:cNvPr>
          <p:cNvSpPr txBox="1"/>
          <p:nvPr/>
        </p:nvSpPr>
        <p:spPr>
          <a:xfrm>
            <a:off x="3864046" y="3107473"/>
            <a:ext cx="1107803" cy="24634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defRPr>
            </a:lvl1pPr>
          </a:lstStyle>
          <a:p>
            <a:pPr algn="r"/>
            <a:r>
              <a:rPr lang="en-US" altLang="zh-CN" sz="1001" dirty="0">
                <a:solidFill>
                  <a:schemeClr val="tx1">
                    <a:lumMod val="75000"/>
                    <a:lumOff val="25000"/>
                    <a:alpha val="5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1h26m (55%)</a:t>
            </a:r>
          </a:p>
        </p:txBody>
      </p:sp>
      <p:sp>
        <p:nvSpPr>
          <p:cNvPr id="431" name="文本框 430">
            <a:extLst>
              <a:ext uri="{FF2B5EF4-FFF2-40B4-BE49-F238E27FC236}">
                <a16:creationId xmlns:a16="http://schemas.microsoft.com/office/drawing/2014/main" id="{D9D255D4-5BF7-30D4-5A16-AB660A938C2A}"/>
              </a:ext>
            </a:extLst>
          </p:cNvPr>
          <p:cNvSpPr txBox="1"/>
          <p:nvPr/>
        </p:nvSpPr>
        <p:spPr>
          <a:xfrm>
            <a:off x="2325481" y="3309733"/>
            <a:ext cx="1328489" cy="24634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defRPr>
            </a:lvl1pPr>
          </a:lstStyle>
          <a:p>
            <a:r>
              <a:rPr lang="en-US" altLang="zh-CN" sz="1001" dirty="0">
                <a:solidFill>
                  <a:schemeClr val="tx1">
                    <a:lumMod val="75000"/>
                    <a:lumOff val="25000"/>
                    <a:alpha val="5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Intervention</a:t>
            </a:r>
          </a:p>
        </p:txBody>
      </p:sp>
      <p:sp>
        <p:nvSpPr>
          <p:cNvPr id="432" name="文本框 431">
            <a:extLst>
              <a:ext uri="{FF2B5EF4-FFF2-40B4-BE49-F238E27FC236}">
                <a16:creationId xmlns:a16="http://schemas.microsoft.com/office/drawing/2014/main" id="{4AB87908-F8EC-0E89-1AE3-7BAE1C3E01CF}"/>
              </a:ext>
            </a:extLst>
          </p:cNvPr>
          <p:cNvSpPr txBox="1"/>
          <p:nvPr/>
        </p:nvSpPr>
        <p:spPr>
          <a:xfrm>
            <a:off x="1854423" y="3309733"/>
            <a:ext cx="283744" cy="24634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defRPr>
            </a:lvl1pPr>
          </a:lstStyle>
          <a:p>
            <a:r>
              <a:rPr lang="en-US" altLang="zh-CN" sz="1001" dirty="0">
                <a:solidFill>
                  <a:schemeClr val="tx1">
                    <a:lumMod val="75000"/>
                    <a:lumOff val="25000"/>
                    <a:alpha val="90000"/>
                  </a:schemeClr>
                </a:solidFill>
              </a:rPr>
              <a:t>3</a:t>
            </a:r>
          </a:p>
        </p:txBody>
      </p:sp>
      <p:sp>
        <p:nvSpPr>
          <p:cNvPr id="433" name="椭圆 432">
            <a:extLst>
              <a:ext uri="{FF2B5EF4-FFF2-40B4-BE49-F238E27FC236}">
                <a16:creationId xmlns:a16="http://schemas.microsoft.com/office/drawing/2014/main" id="{3903D0A8-BBF5-4279-4465-FBF5CB5C01F0}"/>
              </a:ext>
            </a:extLst>
          </p:cNvPr>
          <p:cNvSpPr/>
          <p:nvPr/>
        </p:nvSpPr>
        <p:spPr>
          <a:xfrm>
            <a:off x="2229905" y="3374702"/>
            <a:ext cx="116281" cy="116281"/>
          </a:xfrm>
          <a:prstGeom prst="ellipse">
            <a:avLst/>
          </a:prstGeom>
          <a:solidFill>
            <a:srgbClr val="7373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434" name="文本框 433">
            <a:extLst>
              <a:ext uri="{FF2B5EF4-FFF2-40B4-BE49-F238E27FC236}">
                <a16:creationId xmlns:a16="http://schemas.microsoft.com/office/drawing/2014/main" id="{01F67850-F210-E115-B23D-36088B242A06}"/>
              </a:ext>
            </a:extLst>
          </p:cNvPr>
          <p:cNvSpPr txBox="1"/>
          <p:nvPr/>
        </p:nvSpPr>
        <p:spPr>
          <a:xfrm>
            <a:off x="3864046" y="3309733"/>
            <a:ext cx="1107803" cy="24634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defRPr>
            </a:lvl1pPr>
          </a:lstStyle>
          <a:p>
            <a:pPr algn="r"/>
            <a:r>
              <a:rPr lang="en-US" altLang="zh-CN" sz="1001" dirty="0">
                <a:solidFill>
                  <a:schemeClr val="tx1">
                    <a:lumMod val="75000"/>
                    <a:lumOff val="25000"/>
                    <a:alpha val="5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1h26m (55%)</a:t>
            </a:r>
          </a:p>
        </p:txBody>
      </p:sp>
      <p:sp>
        <p:nvSpPr>
          <p:cNvPr id="436" name="文本框 435">
            <a:extLst>
              <a:ext uri="{FF2B5EF4-FFF2-40B4-BE49-F238E27FC236}">
                <a16:creationId xmlns:a16="http://schemas.microsoft.com/office/drawing/2014/main" id="{9598C401-81B6-43CC-31FA-A4234C51CE1C}"/>
              </a:ext>
            </a:extLst>
          </p:cNvPr>
          <p:cNvSpPr txBox="1"/>
          <p:nvPr/>
        </p:nvSpPr>
        <p:spPr>
          <a:xfrm>
            <a:off x="2325481" y="3508185"/>
            <a:ext cx="1328489" cy="24634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defRPr>
            </a:lvl1pPr>
          </a:lstStyle>
          <a:p>
            <a:r>
              <a:rPr lang="en-US" altLang="zh-CN" sz="1001" dirty="0">
                <a:solidFill>
                  <a:schemeClr val="tx1">
                    <a:lumMod val="75000"/>
                    <a:lumOff val="25000"/>
                    <a:alpha val="5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Trial Reviewer</a:t>
            </a:r>
          </a:p>
        </p:txBody>
      </p:sp>
      <p:sp>
        <p:nvSpPr>
          <p:cNvPr id="437" name="文本框 436">
            <a:extLst>
              <a:ext uri="{FF2B5EF4-FFF2-40B4-BE49-F238E27FC236}">
                <a16:creationId xmlns:a16="http://schemas.microsoft.com/office/drawing/2014/main" id="{E6BBB6D0-9979-14C1-DC12-EB5873032BEC}"/>
              </a:ext>
            </a:extLst>
          </p:cNvPr>
          <p:cNvSpPr txBox="1"/>
          <p:nvPr/>
        </p:nvSpPr>
        <p:spPr>
          <a:xfrm>
            <a:off x="1854423" y="3508185"/>
            <a:ext cx="283744" cy="24634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defRPr>
            </a:lvl1pPr>
          </a:lstStyle>
          <a:p>
            <a:r>
              <a:rPr lang="en-US" altLang="zh-CN" sz="1001" dirty="0">
                <a:solidFill>
                  <a:schemeClr val="tx1">
                    <a:lumMod val="75000"/>
                    <a:lumOff val="25000"/>
                    <a:alpha val="90000"/>
                  </a:schemeClr>
                </a:solidFill>
              </a:rPr>
              <a:t>4</a:t>
            </a:r>
          </a:p>
        </p:txBody>
      </p:sp>
      <p:sp>
        <p:nvSpPr>
          <p:cNvPr id="438" name="椭圆 437">
            <a:extLst>
              <a:ext uri="{FF2B5EF4-FFF2-40B4-BE49-F238E27FC236}">
                <a16:creationId xmlns:a16="http://schemas.microsoft.com/office/drawing/2014/main" id="{9B6D428D-2F7E-92BD-B311-481AD9DE5C53}"/>
              </a:ext>
            </a:extLst>
          </p:cNvPr>
          <p:cNvSpPr/>
          <p:nvPr/>
        </p:nvSpPr>
        <p:spPr>
          <a:xfrm>
            <a:off x="2229905" y="3573154"/>
            <a:ext cx="116281" cy="116281"/>
          </a:xfrm>
          <a:prstGeom prst="ellipse">
            <a:avLst/>
          </a:prstGeom>
          <a:solidFill>
            <a:srgbClr val="CFCFC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439" name="文本框 438">
            <a:extLst>
              <a:ext uri="{FF2B5EF4-FFF2-40B4-BE49-F238E27FC236}">
                <a16:creationId xmlns:a16="http://schemas.microsoft.com/office/drawing/2014/main" id="{2CFDF741-99EF-B374-ED2A-2A74FA9B610B}"/>
              </a:ext>
            </a:extLst>
          </p:cNvPr>
          <p:cNvSpPr txBox="1"/>
          <p:nvPr/>
        </p:nvSpPr>
        <p:spPr>
          <a:xfrm>
            <a:off x="3864046" y="3508185"/>
            <a:ext cx="1107803" cy="24634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defRPr>
            </a:lvl1pPr>
          </a:lstStyle>
          <a:p>
            <a:pPr algn="r"/>
            <a:r>
              <a:rPr lang="en-US" altLang="zh-CN" sz="1001" dirty="0">
                <a:solidFill>
                  <a:schemeClr val="tx1">
                    <a:lumMod val="75000"/>
                    <a:lumOff val="25000"/>
                    <a:alpha val="5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1h26m (55%)</a:t>
            </a:r>
          </a:p>
        </p:txBody>
      </p:sp>
      <p:sp>
        <p:nvSpPr>
          <p:cNvPr id="441" name="文本框 440">
            <a:extLst>
              <a:ext uri="{FF2B5EF4-FFF2-40B4-BE49-F238E27FC236}">
                <a16:creationId xmlns:a16="http://schemas.microsoft.com/office/drawing/2014/main" id="{A7940D56-ED5E-EE16-18CF-C3CF9E0807E8}"/>
              </a:ext>
            </a:extLst>
          </p:cNvPr>
          <p:cNvSpPr txBox="1"/>
          <p:nvPr/>
        </p:nvSpPr>
        <p:spPr>
          <a:xfrm>
            <a:off x="2325481" y="3705554"/>
            <a:ext cx="1328489" cy="24634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defRPr>
            </a:lvl1pPr>
          </a:lstStyle>
          <a:p>
            <a:r>
              <a:rPr lang="en-US" altLang="zh-CN" sz="1001" dirty="0">
                <a:solidFill>
                  <a:schemeClr val="tx1">
                    <a:lumMod val="75000"/>
                    <a:lumOff val="25000"/>
                    <a:alpha val="5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Evidence Reviewer</a:t>
            </a:r>
          </a:p>
        </p:txBody>
      </p:sp>
      <p:sp>
        <p:nvSpPr>
          <p:cNvPr id="442" name="文本框 441">
            <a:extLst>
              <a:ext uri="{FF2B5EF4-FFF2-40B4-BE49-F238E27FC236}">
                <a16:creationId xmlns:a16="http://schemas.microsoft.com/office/drawing/2014/main" id="{85ADC594-2EF4-4643-0A21-A46F51E938C8}"/>
              </a:ext>
            </a:extLst>
          </p:cNvPr>
          <p:cNvSpPr txBox="1"/>
          <p:nvPr/>
        </p:nvSpPr>
        <p:spPr>
          <a:xfrm>
            <a:off x="1854423" y="3705554"/>
            <a:ext cx="283744" cy="24634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defRPr>
            </a:lvl1pPr>
          </a:lstStyle>
          <a:p>
            <a:r>
              <a:rPr lang="en-US" altLang="zh-CN" sz="1001" dirty="0">
                <a:solidFill>
                  <a:schemeClr val="tx1">
                    <a:lumMod val="75000"/>
                    <a:lumOff val="25000"/>
                    <a:alpha val="90000"/>
                  </a:schemeClr>
                </a:solidFill>
              </a:rPr>
              <a:t>5</a:t>
            </a:r>
          </a:p>
        </p:txBody>
      </p:sp>
      <p:sp>
        <p:nvSpPr>
          <p:cNvPr id="443" name="椭圆 442">
            <a:extLst>
              <a:ext uri="{FF2B5EF4-FFF2-40B4-BE49-F238E27FC236}">
                <a16:creationId xmlns:a16="http://schemas.microsoft.com/office/drawing/2014/main" id="{9EBA2F48-B40D-FE49-86E9-7B297B91CBB0}"/>
              </a:ext>
            </a:extLst>
          </p:cNvPr>
          <p:cNvSpPr/>
          <p:nvPr/>
        </p:nvSpPr>
        <p:spPr>
          <a:xfrm>
            <a:off x="2229905" y="3770523"/>
            <a:ext cx="116281" cy="116281"/>
          </a:xfrm>
          <a:prstGeom prst="ellipse">
            <a:avLst/>
          </a:prstGeom>
          <a:solidFill>
            <a:srgbClr val="8EA72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444" name="文本框 443">
            <a:extLst>
              <a:ext uri="{FF2B5EF4-FFF2-40B4-BE49-F238E27FC236}">
                <a16:creationId xmlns:a16="http://schemas.microsoft.com/office/drawing/2014/main" id="{C2ACB50E-6F63-29A0-9577-8091964BBCB5}"/>
              </a:ext>
            </a:extLst>
          </p:cNvPr>
          <p:cNvSpPr txBox="1"/>
          <p:nvPr/>
        </p:nvSpPr>
        <p:spPr>
          <a:xfrm>
            <a:off x="3864046" y="3705554"/>
            <a:ext cx="1107803" cy="24634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defRPr>
            </a:lvl1pPr>
          </a:lstStyle>
          <a:p>
            <a:pPr algn="r"/>
            <a:r>
              <a:rPr lang="en-US" altLang="zh-CN" sz="1001" dirty="0">
                <a:solidFill>
                  <a:schemeClr val="tx1">
                    <a:lumMod val="75000"/>
                    <a:lumOff val="25000"/>
                    <a:alpha val="5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1h26m (55%)</a:t>
            </a:r>
          </a:p>
        </p:txBody>
      </p:sp>
      <p:sp>
        <p:nvSpPr>
          <p:cNvPr id="446" name="文本框 445">
            <a:extLst>
              <a:ext uri="{FF2B5EF4-FFF2-40B4-BE49-F238E27FC236}">
                <a16:creationId xmlns:a16="http://schemas.microsoft.com/office/drawing/2014/main" id="{1556F963-1A2F-7EE6-4539-A0BC7A13808F}"/>
              </a:ext>
            </a:extLst>
          </p:cNvPr>
          <p:cNvSpPr txBox="1"/>
          <p:nvPr/>
        </p:nvSpPr>
        <p:spPr>
          <a:xfrm>
            <a:off x="2325481" y="3898417"/>
            <a:ext cx="1461344" cy="24634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defRPr>
            </a:lvl1pPr>
          </a:lstStyle>
          <a:p>
            <a:r>
              <a:rPr lang="en-US" altLang="zh-CN" sz="1001" dirty="0">
                <a:solidFill>
                  <a:schemeClr val="tx1">
                    <a:lumMod val="75000"/>
                    <a:lumOff val="25000"/>
                    <a:alpha val="5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Mechanism Distiller</a:t>
            </a:r>
          </a:p>
        </p:txBody>
      </p:sp>
      <p:sp>
        <p:nvSpPr>
          <p:cNvPr id="447" name="文本框 446">
            <a:extLst>
              <a:ext uri="{FF2B5EF4-FFF2-40B4-BE49-F238E27FC236}">
                <a16:creationId xmlns:a16="http://schemas.microsoft.com/office/drawing/2014/main" id="{F50777DB-E92C-61BF-F106-1DF916D5C415}"/>
              </a:ext>
            </a:extLst>
          </p:cNvPr>
          <p:cNvSpPr txBox="1"/>
          <p:nvPr/>
        </p:nvSpPr>
        <p:spPr>
          <a:xfrm>
            <a:off x="1854423" y="3898417"/>
            <a:ext cx="283744" cy="24634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defRPr>
            </a:lvl1pPr>
          </a:lstStyle>
          <a:p>
            <a:r>
              <a:rPr lang="en-US" altLang="zh-CN" sz="1001" dirty="0">
                <a:solidFill>
                  <a:schemeClr val="tx1">
                    <a:lumMod val="75000"/>
                    <a:lumOff val="25000"/>
                    <a:alpha val="90000"/>
                  </a:schemeClr>
                </a:solidFill>
              </a:rPr>
              <a:t>6</a:t>
            </a:r>
          </a:p>
        </p:txBody>
      </p:sp>
      <p:sp>
        <p:nvSpPr>
          <p:cNvPr id="448" name="椭圆 447">
            <a:extLst>
              <a:ext uri="{FF2B5EF4-FFF2-40B4-BE49-F238E27FC236}">
                <a16:creationId xmlns:a16="http://schemas.microsoft.com/office/drawing/2014/main" id="{F5A2EFB8-F30E-80CC-9EA6-F0FC6048471E}"/>
              </a:ext>
            </a:extLst>
          </p:cNvPr>
          <p:cNvSpPr/>
          <p:nvPr/>
        </p:nvSpPr>
        <p:spPr>
          <a:xfrm>
            <a:off x="2229905" y="3963386"/>
            <a:ext cx="116281" cy="116281"/>
          </a:xfrm>
          <a:prstGeom prst="ellipse">
            <a:avLst/>
          </a:prstGeom>
          <a:solidFill>
            <a:srgbClr val="0026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449" name="文本框 448">
            <a:extLst>
              <a:ext uri="{FF2B5EF4-FFF2-40B4-BE49-F238E27FC236}">
                <a16:creationId xmlns:a16="http://schemas.microsoft.com/office/drawing/2014/main" id="{D8143B75-18A0-6FA5-51F7-992F9E78AA95}"/>
              </a:ext>
            </a:extLst>
          </p:cNvPr>
          <p:cNvSpPr txBox="1"/>
          <p:nvPr/>
        </p:nvSpPr>
        <p:spPr>
          <a:xfrm>
            <a:off x="3864046" y="3898417"/>
            <a:ext cx="1107803" cy="24634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defRPr>
            </a:lvl1pPr>
          </a:lstStyle>
          <a:p>
            <a:pPr algn="r"/>
            <a:r>
              <a:rPr lang="en-US" altLang="zh-CN" sz="1001" dirty="0">
                <a:solidFill>
                  <a:schemeClr val="tx1">
                    <a:lumMod val="75000"/>
                    <a:lumOff val="25000"/>
                    <a:alpha val="5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1h26m (55%)</a:t>
            </a:r>
          </a:p>
        </p:txBody>
      </p:sp>
      <p:sp>
        <p:nvSpPr>
          <p:cNvPr id="451" name="椭圆 450">
            <a:extLst>
              <a:ext uri="{FF2B5EF4-FFF2-40B4-BE49-F238E27FC236}">
                <a16:creationId xmlns:a16="http://schemas.microsoft.com/office/drawing/2014/main" id="{6AF71394-67CA-B540-7880-B787F6E09CDF}"/>
              </a:ext>
            </a:extLst>
          </p:cNvPr>
          <p:cNvSpPr/>
          <p:nvPr/>
        </p:nvSpPr>
        <p:spPr>
          <a:xfrm>
            <a:off x="2229905" y="3973482"/>
            <a:ext cx="116281" cy="116281"/>
          </a:xfrm>
          <a:prstGeom prst="ellipse">
            <a:avLst/>
          </a:prstGeom>
          <a:solidFill>
            <a:srgbClr val="0026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452" name="文本框 451">
            <a:extLst>
              <a:ext uri="{FF2B5EF4-FFF2-40B4-BE49-F238E27FC236}">
                <a16:creationId xmlns:a16="http://schemas.microsoft.com/office/drawing/2014/main" id="{EBE75ADB-9567-B4E9-D0B1-8D22E2C1967C}"/>
              </a:ext>
            </a:extLst>
          </p:cNvPr>
          <p:cNvSpPr txBox="1"/>
          <p:nvPr/>
        </p:nvSpPr>
        <p:spPr>
          <a:xfrm>
            <a:off x="2325481" y="4101377"/>
            <a:ext cx="1563226" cy="24634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defRPr>
            </a:lvl1pPr>
          </a:lstStyle>
          <a:p>
            <a:r>
              <a:rPr lang="en-US" altLang="zh-CN" sz="1001" dirty="0">
                <a:solidFill>
                  <a:schemeClr val="tx1">
                    <a:lumMod val="75000"/>
                    <a:lumOff val="25000"/>
                    <a:alpha val="5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Conformance Reviewer</a:t>
            </a:r>
          </a:p>
        </p:txBody>
      </p:sp>
      <p:sp>
        <p:nvSpPr>
          <p:cNvPr id="453" name="文本框 452">
            <a:extLst>
              <a:ext uri="{FF2B5EF4-FFF2-40B4-BE49-F238E27FC236}">
                <a16:creationId xmlns:a16="http://schemas.microsoft.com/office/drawing/2014/main" id="{2FD79EE9-BDEA-787A-C274-E6E4F9C10811}"/>
              </a:ext>
            </a:extLst>
          </p:cNvPr>
          <p:cNvSpPr txBox="1"/>
          <p:nvPr/>
        </p:nvSpPr>
        <p:spPr>
          <a:xfrm>
            <a:off x="1854423" y="4101375"/>
            <a:ext cx="283744" cy="24634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defRPr>
            </a:lvl1pPr>
          </a:lstStyle>
          <a:p>
            <a:r>
              <a:rPr lang="en-US" altLang="zh-CN" sz="1001" dirty="0">
                <a:solidFill>
                  <a:schemeClr val="tx1">
                    <a:lumMod val="75000"/>
                    <a:lumOff val="25000"/>
                    <a:alpha val="90000"/>
                  </a:schemeClr>
                </a:solidFill>
              </a:rPr>
              <a:t>7</a:t>
            </a:r>
          </a:p>
        </p:txBody>
      </p:sp>
      <p:sp>
        <p:nvSpPr>
          <p:cNvPr id="454" name="椭圆 453">
            <a:extLst>
              <a:ext uri="{FF2B5EF4-FFF2-40B4-BE49-F238E27FC236}">
                <a16:creationId xmlns:a16="http://schemas.microsoft.com/office/drawing/2014/main" id="{D0074942-0DCB-FD56-29A3-D22F8DD5665B}"/>
              </a:ext>
            </a:extLst>
          </p:cNvPr>
          <p:cNvSpPr/>
          <p:nvPr/>
        </p:nvSpPr>
        <p:spPr>
          <a:xfrm>
            <a:off x="2229905" y="4166345"/>
            <a:ext cx="116281" cy="116281"/>
          </a:xfrm>
          <a:prstGeom prst="ellipse">
            <a:avLst/>
          </a:prstGeom>
          <a:solidFill>
            <a:srgbClr val="0026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455" name="文本框 454">
            <a:extLst>
              <a:ext uri="{FF2B5EF4-FFF2-40B4-BE49-F238E27FC236}">
                <a16:creationId xmlns:a16="http://schemas.microsoft.com/office/drawing/2014/main" id="{BD11D034-9B17-14E2-06D9-7F985304C2E8}"/>
              </a:ext>
            </a:extLst>
          </p:cNvPr>
          <p:cNvSpPr txBox="1"/>
          <p:nvPr/>
        </p:nvSpPr>
        <p:spPr>
          <a:xfrm>
            <a:off x="3864046" y="4101375"/>
            <a:ext cx="1107803" cy="24634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defRPr>
            </a:lvl1pPr>
          </a:lstStyle>
          <a:p>
            <a:pPr algn="r"/>
            <a:r>
              <a:rPr lang="en-US" altLang="zh-CN" sz="1001" dirty="0">
                <a:solidFill>
                  <a:schemeClr val="tx1">
                    <a:lumMod val="75000"/>
                    <a:lumOff val="25000"/>
                    <a:alpha val="5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1h26m (55%)</a:t>
            </a:r>
          </a:p>
        </p:txBody>
      </p:sp>
      <p:sp>
        <p:nvSpPr>
          <p:cNvPr id="457" name="文本框 456">
            <a:extLst>
              <a:ext uri="{FF2B5EF4-FFF2-40B4-BE49-F238E27FC236}">
                <a16:creationId xmlns:a16="http://schemas.microsoft.com/office/drawing/2014/main" id="{B1135B88-FDD9-99AB-C77D-3795AE2BBDC9}"/>
              </a:ext>
            </a:extLst>
          </p:cNvPr>
          <p:cNvSpPr txBox="1"/>
          <p:nvPr/>
        </p:nvSpPr>
        <p:spPr>
          <a:xfrm>
            <a:off x="2325481" y="4318035"/>
            <a:ext cx="1563226" cy="24634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defRPr>
            </a:lvl1pPr>
          </a:lstStyle>
          <a:p>
            <a:r>
              <a:rPr lang="en-US" altLang="zh-CN" sz="1001" dirty="0">
                <a:solidFill>
                  <a:schemeClr val="tx1">
                    <a:lumMod val="75000"/>
                    <a:lumOff val="25000"/>
                    <a:alpha val="5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Candidate Reviewer</a:t>
            </a:r>
          </a:p>
        </p:txBody>
      </p:sp>
      <p:sp>
        <p:nvSpPr>
          <p:cNvPr id="458" name="文本框 457">
            <a:extLst>
              <a:ext uri="{FF2B5EF4-FFF2-40B4-BE49-F238E27FC236}">
                <a16:creationId xmlns:a16="http://schemas.microsoft.com/office/drawing/2014/main" id="{29BC97C6-6A2F-D520-4CD6-642A9E5A1649}"/>
              </a:ext>
            </a:extLst>
          </p:cNvPr>
          <p:cNvSpPr txBox="1"/>
          <p:nvPr/>
        </p:nvSpPr>
        <p:spPr>
          <a:xfrm>
            <a:off x="1854423" y="4318035"/>
            <a:ext cx="283744" cy="24634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defRPr>
            </a:lvl1pPr>
          </a:lstStyle>
          <a:p>
            <a:r>
              <a:rPr lang="en-US" altLang="zh-CN" sz="1001" dirty="0">
                <a:solidFill>
                  <a:schemeClr val="tx1">
                    <a:lumMod val="75000"/>
                    <a:lumOff val="25000"/>
                    <a:alpha val="90000"/>
                  </a:schemeClr>
                </a:solidFill>
              </a:rPr>
              <a:t>8</a:t>
            </a:r>
          </a:p>
        </p:txBody>
      </p:sp>
      <p:sp>
        <p:nvSpPr>
          <p:cNvPr id="459" name="椭圆 458">
            <a:extLst>
              <a:ext uri="{FF2B5EF4-FFF2-40B4-BE49-F238E27FC236}">
                <a16:creationId xmlns:a16="http://schemas.microsoft.com/office/drawing/2014/main" id="{6B1F266A-8FBA-36F0-95C1-230400260C41}"/>
              </a:ext>
            </a:extLst>
          </p:cNvPr>
          <p:cNvSpPr/>
          <p:nvPr/>
        </p:nvSpPr>
        <p:spPr>
          <a:xfrm>
            <a:off x="2229905" y="4383003"/>
            <a:ext cx="116281" cy="116281"/>
          </a:xfrm>
          <a:prstGeom prst="ellipse">
            <a:avLst/>
          </a:prstGeom>
          <a:solidFill>
            <a:srgbClr val="0026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460" name="文本框 459">
            <a:extLst>
              <a:ext uri="{FF2B5EF4-FFF2-40B4-BE49-F238E27FC236}">
                <a16:creationId xmlns:a16="http://schemas.microsoft.com/office/drawing/2014/main" id="{8345B764-334D-DE09-3271-53F5B119997D}"/>
              </a:ext>
            </a:extLst>
          </p:cNvPr>
          <p:cNvSpPr txBox="1"/>
          <p:nvPr/>
        </p:nvSpPr>
        <p:spPr>
          <a:xfrm>
            <a:off x="3864046" y="4318035"/>
            <a:ext cx="1107803" cy="24634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defRPr>
            </a:lvl1pPr>
          </a:lstStyle>
          <a:p>
            <a:pPr algn="r"/>
            <a:r>
              <a:rPr lang="en-US" altLang="zh-CN" sz="1001" dirty="0">
                <a:solidFill>
                  <a:schemeClr val="tx1">
                    <a:lumMod val="75000"/>
                    <a:lumOff val="25000"/>
                    <a:alpha val="5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1h26m (55%)</a:t>
            </a:r>
          </a:p>
        </p:txBody>
      </p:sp>
      <p:sp>
        <p:nvSpPr>
          <p:cNvPr id="462" name="文本框 461">
            <a:extLst>
              <a:ext uri="{FF2B5EF4-FFF2-40B4-BE49-F238E27FC236}">
                <a16:creationId xmlns:a16="http://schemas.microsoft.com/office/drawing/2014/main" id="{613623BB-7EA9-018F-DFAD-15739BFEB9B2}"/>
              </a:ext>
            </a:extLst>
          </p:cNvPr>
          <p:cNvSpPr txBox="1"/>
          <p:nvPr/>
        </p:nvSpPr>
        <p:spPr>
          <a:xfrm>
            <a:off x="5018682" y="2696453"/>
            <a:ext cx="717804" cy="24634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defRPr>
            </a:lvl1pPr>
          </a:lstStyle>
          <a:p>
            <a:pPr algn="ctr"/>
            <a:r>
              <a:rPr lang="en-US" altLang="zh-CN" sz="1001" dirty="0">
                <a:solidFill>
                  <a:schemeClr val="tx1">
                    <a:lumMod val="75000"/>
                    <a:lumOff val="25000"/>
                    <a:alpha val="90000"/>
                  </a:schemeClr>
                </a:solidFill>
              </a:rPr>
              <a:t>COUNT</a:t>
            </a:r>
          </a:p>
        </p:txBody>
      </p:sp>
      <p:cxnSp>
        <p:nvCxnSpPr>
          <p:cNvPr id="463" name="直接连接符 462">
            <a:extLst>
              <a:ext uri="{FF2B5EF4-FFF2-40B4-BE49-F238E27FC236}">
                <a16:creationId xmlns:a16="http://schemas.microsoft.com/office/drawing/2014/main" id="{A888D0AD-0EF6-EB58-17F2-DB00D1248B7A}"/>
              </a:ext>
            </a:extLst>
          </p:cNvPr>
          <p:cNvCxnSpPr>
            <a:cxnSpLocks/>
          </p:cNvCxnSpPr>
          <p:nvPr/>
        </p:nvCxnSpPr>
        <p:spPr>
          <a:xfrm>
            <a:off x="5002316" y="2742442"/>
            <a:ext cx="0" cy="170401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4" name="文本框 463">
            <a:extLst>
              <a:ext uri="{FF2B5EF4-FFF2-40B4-BE49-F238E27FC236}">
                <a16:creationId xmlns:a16="http://schemas.microsoft.com/office/drawing/2014/main" id="{AEDB2440-D00E-F238-E8B5-BE0AD9E37CBE}"/>
              </a:ext>
            </a:extLst>
          </p:cNvPr>
          <p:cNvSpPr txBox="1"/>
          <p:nvPr/>
        </p:nvSpPr>
        <p:spPr>
          <a:xfrm>
            <a:off x="5192535" y="2912842"/>
            <a:ext cx="454131" cy="24634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defRPr>
            </a:lvl1pPr>
          </a:lstStyle>
          <a:p>
            <a:pPr algn="r"/>
            <a:r>
              <a:rPr lang="en-US" altLang="zh-CN" sz="1001" dirty="0">
                <a:solidFill>
                  <a:schemeClr val="tx1">
                    <a:lumMod val="75000"/>
                    <a:lumOff val="25000"/>
                    <a:alpha val="5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25</a:t>
            </a:r>
          </a:p>
        </p:txBody>
      </p:sp>
      <p:sp>
        <p:nvSpPr>
          <p:cNvPr id="465" name="文本框 464">
            <a:extLst>
              <a:ext uri="{FF2B5EF4-FFF2-40B4-BE49-F238E27FC236}">
                <a16:creationId xmlns:a16="http://schemas.microsoft.com/office/drawing/2014/main" id="{EDE3F285-E774-AABA-C017-0B00F9A5D08B}"/>
              </a:ext>
            </a:extLst>
          </p:cNvPr>
          <p:cNvSpPr txBox="1"/>
          <p:nvPr/>
        </p:nvSpPr>
        <p:spPr>
          <a:xfrm>
            <a:off x="5192535" y="3107474"/>
            <a:ext cx="454131" cy="24634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defRPr>
            </a:lvl1pPr>
          </a:lstStyle>
          <a:p>
            <a:pPr algn="r"/>
            <a:r>
              <a:rPr lang="en-US" altLang="zh-CN" sz="1001" dirty="0">
                <a:solidFill>
                  <a:schemeClr val="tx1">
                    <a:lumMod val="75000"/>
                    <a:lumOff val="25000"/>
                    <a:alpha val="5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25</a:t>
            </a:r>
          </a:p>
        </p:txBody>
      </p:sp>
      <p:sp>
        <p:nvSpPr>
          <p:cNvPr id="466" name="文本框 465">
            <a:extLst>
              <a:ext uri="{FF2B5EF4-FFF2-40B4-BE49-F238E27FC236}">
                <a16:creationId xmlns:a16="http://schemas.microsoft.com/office/drawing/2014/main" id="{0F23292B-8C79-2200-819D-B6959BB90F60}"/>
              </a:ext>
            </a:extLst>
          </p:cNvPr>
          <p:cNvSpPr txBox="1"/>
          <p:nvPr/>
        </p:nvSpPr>
        <p:spPr>
          <a:xfrm>
            <a:off x="5192535" y="3309733"/>
            <a:ext cx="454131" cy="24634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defRPr>
            </a:lvl1pPr>
          </a:lstStyle>
          <a:p>
            <a:pPr algn="r"/>
            <a:r>
              <a:rPr lang="en-US" altLang="zh-CN" sz="1001" dirty="0">
                <a:solidFill>
                  <a:schemeClr val="tx1">
                    <a:lumMod val="75000"/>
                    <a:lumOff val="25000"/>
                    <a:alpha val="5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26</a:t>
            </a:r>
          </a:p>
        </p:txBody>
      </p:sp>
      <p:sp>
        <p:nvSpPr>
          <p:cNvPr id="467" name="文本框 466">
            <a:extLst>
              <a:ext uri="{FF2B5EF4-FFF2-40B4-BE49-F238E27FC236}">
                <a16:creationId xmlns:a16="http://schemas.microsoft.com/office/drawing/2014/main" id="{911D4305-E683-814C-799D-9DA945A960AD}"/>
              </a:ext>
            </a:extLst>
          </p:cNvPr>
          <p:cNvSpPr txBox="1"/>
          <p:nvPr/>
        </p:nvSpPr>
        <p:spPr>
          <a:xfrm>
            <a:off x="5192535" y="3508185"/>
            <a:ext cx="454131" cy="24634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defRPr>
            </a:lvl1pPr>
          </a:lstStyle>
          <a:p>
            <a:pPr algn="r"/>
            <a:r>
              <a:rPr lang="en-US" altLang="zh-CN" sz="1001" dirty="0">
                <a:solidFill>
                  <a:schemeClr val="tx1">
                    <a:lumMod val="75000"/>
                    <a:lumOff val="25000"/>
                    <a:alpha val="5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42</a:t>
            </a:r>
          </a:p>
        </p:txBody>
      </p:sp>
      <p:sp>
        <p:nvSpPr>
          <p:cNvPr id="468" name="文本框 467">
            <a:extLst>
              <a:ext uri="{FF2B5EF4-FFF2-40B4-BE49-F238E27FC236}">
                <a16:creationId xmlns:a16="http://schemas.microsoft.com/office/drawing/2014/main" id="{D860D411-DB42-A9A0-C72D-4D0B6DD73180}"/>
              </a:ext>
            </a:extLst>
          </p:cNvPr>
          <p:cNvSpPr txBox="1"/>
          <p:nvPr/>
        </p:nvSpPr>
        <p:spPr>
          <a:xfrm>
            <a:off x="5192535" y="3705555"/>
            <a:ext cx="454131" cy="24634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defRPr>
            </a:lvl1pPr>
          </a:lstStyle>
          <a:p>
            <a:pPr algn="r"/>
            <a:r>
              <a:rPr lang="en-US" altLang="zh-CN" sz="1001" dirty="0">
                <a:solidFill>
                  <a:schemeClr val="tx1">
                    <a:lumMod val="75000"/>
                    <a:lumOff val="25000"/>
                    <a:alpha val="5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12</a:t>
            </a:r>
          </a:p>
        </p:txBody>
      </p:sp>
      <p:sp>
        <p:nvSpPr>
          <p:cNvPr id="469" name="文本框 468">
            <a:extLst>
              <a:ext uri="{FF2B5EF4-FFF2-40B4-BE49-F238E27FC236}">
                <a16:creationId xmlns:a16="http://schemas.microsoft.com/office/drawing/2014/main" id="{0B774D09-8B86-87F6-D62B-C4896A184710}"/>
              </a:ext>
            </a:extLst>
          </p:cNvPr>
          <p:cNvSpPr txBox="1"/>
          <p:nvPr/>
        </p:nvSpPr>
        <p:spPr>
          <a:xfrm>
            <a:off x="5192535" y="3898417"/>
            <a:ext cx="454131" cy="24634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defRPr>
            </a:lvl1pPr>
          </a:lstStyle>
          <a:p>
            <a:pPr algn="r"/>
            <a:r>
              <a:rPr lang="en-US" altLang="zh-CN" sz="1001" dirty="0">
                <a:solidFill>
                  <a:schemeClr val="tx1">
                    <a:lumMod val="75000"/>
                    <a:lumOff val="25000"/>
                    <a:alpha val="5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12</a:t>
            </a:r>
          </a:p>
        </p:txBody>
      </p:sp>
      <p:sp>
        <p:nvSpPr>
          <p:cNvPr id="470" name="文本框 469">
            <a:extLst>
              <a:ext uri="{FF2B5EF4-FFF2-40B4-BE49-F238E27FC236}">
                <a16:creationId xmlns:a16="http://schemas.microsoft.com/office/drawing/2014/main" id="{B0283BC2-60FE-2DCF-5BD1-ED64EFF6EA31}"/>
              </a:ext>
            </a:extLst>
          </p:cNvPr>
          <p:cNvSpPr txBox="1"/>
          <p:nvPr/>
        </p:nvSpPr>
        <p:spPr>
          <a:xfrm>
            <a:off x="5192535" y="4101377"/>
            <a:ext cx="454131" cy="24634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defRPr>
            </a:lvl1pPr>
          </a:lstStyle>
          <a:p>
            <a:pPr algn="r"/>
            <a:r>
              <a:rPr lang="en-US" altLang="zh-CN" sz="1001" dirty="0">
                <a:solidFill>
                  <a:schemeClr val="tx1">
                    <a:lumMod val="75000"/>
                    <a:lumOff val="25000"/>
                    <a:alpha val="5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3</a:t>
            </a:r>
          </a:p>
        </p:txBody>
      </p:sp>
      <p:sp>
        <p:nvSpPr>
          <p:cNvPr id="471" name="文本框 470">
            <a:extLst>
              <a:ext uri="{FF2B5EF4-FFF2-40B4-BE49-F238E27FC236}">
                <a16:creationId xmlns:a16="http://schemas.microsoft.com/office/drawing/2014/main" id="{6047A324-B4AC-11D0-EE61-29026325D5B5}"/>
              </a:ext>
            </a:extLst>
          </p:cNvPr>
          <p:cNvSpPr txBox="1"/>
          <p:nvPr/>
        </p:nvSpPr>
        <p:spPr>
          <a:xfrm>
            <a:off x="5192535" y="4318035"/>
            <a:ext cx="454131" cy="24634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defRPr>
            </a:lvl1pPr>
          </a:lstStyle>
          <a:p>
            <a:pPr algn="r"/>
            <a:r>
              <a:rPr lang="en-US" altLang="zh-CN" sz="1001" dirty="0">
                <a:solidFill>
                  <a:schemeClr val="tx1">
                    <a:lumMod val="75000"/>
                    <a:lumOff val="25000"/>
                    <a:alpha val="5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5</a:t>
            </a:r>
          </a:p>
        </p:txBody>
      </p:sp>
      <p:sp>
        <p:nvSpPr>
          <p:cNvPr id="478" name="文本框 477">
            <a:extLst>
              <a:ext uri="{FF2B5EF4-FFF2-40B4-BE49-F238E27FC236}">
                <a16:creationId xmlns:a16="http://schemas.microsoft.com/office/drawing/2014/main" id="{99E7E133-6C4C-A460-168A-A36476667B56}"/>
              </a:ext>
            </a:extLst>
          </p:cNvPr>
          <p:cNvSpPr txBox="1"/>
          <p:nvPr/>
        </p:nvSpPr>
        <p:spPr>
          <a:xfrm>
            <a:off x="5736486" y="2696453"/>
            <a:ext cx="717804" cy="24634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defRPr>
            </a:lvl1pPr>
          </a:lstStyle>
          <a:p>
            <a:pPr algn="ctr"/>
            <a:r>
              <a:rPr lang="en-US" altLang="zh-CN" sz="1001" dirty="0">
                <a:solidFill>
                  <a:schemeClr val="tx1">
                    <a:lumMod val="75000"/>
                    <a:lumOff val="25000"/>
                    <a:alpha val="90000"/>
                  </a:schemeClr>
                </a:solidFill>
              </a:rPr>
              <a:t>STEP</a:t>
            </a:r>
          </a:p>
        </p:txBody>
      </p:sp>
      <p:cxnSp>
        <p:nvCxnSpPr>
          <p:cNvPr id="479" name="直接连接符 478">
            <a:extLst>
              <a:ext uri="{FF2B5EF4-FFF2-40B4-BE49-F238E27FC236}">
                <a16:creationId xmlns:a16="http://schemas.microsoft.com/office/drawing/2014/main" id="{1600D461-12A1-12C3-52A4-343147B51CF5}"/>
              </a:ext>
            </a:extLst>
          </p:cNvPr>
          <p:cNvCxnSpPr>
            <a:cxnSpLocks/>
          </p:cNvCxnSpPr>
          <p:nvPr/>
        </p:nvCxnSpPr>
        <p:spPr>
          <a:xfrm>
            <a:off x="5720120" y="2742442"/>
            <a:ext cx="0" cy="170401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0" name="文本框 479">
            <a:extLst>
              <a:ext uri="{FF2B5EF4-FFF2-40B4-BE49-F238E27FC236}">
                <a16:creationId xmlns:a16="http://schemas.microsoft.com/office/drawing/2014/main" id="{BCD5068A-F020-D333-0F06-12C4C803FD88}"/>
              </a:ext>
            </a:extLst>
          </p:cNvPr>
          <p:cNvSpPr txBox="1"/>
          <p:nvPr/>
        </p:nvSpPr>
        <p:spPr>
          <a:xfrm>
            <a:off x="5910339" y="2912842"/>
            <a:ext cx="454131" cy="24634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defRPr>
            </a:lvl1pPr>
          </a:lstStyle>
          <a:p>
            <a:pPr algn="r"/>
            <a:r>
              <a:rPr lang="en-US" altLang="zh-CN" sz="1001" dirty="0">
                <a:solidFill>
                  <a:schemeClr val="tx1">
                    <a:lumMod val="75000"/>
                    <a:lumOff val="25000"/>
                    <a:alpha val="5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25</a:t>
            </a:r>
          </a:p>
        </p:txBody>
      </p:sp>
      <p:sp>
        <p:nvSpPr>
          <p:cNvPr id="481" name="文本框 480">
            <a:extLst>
              <a:ext uri="{FF2B5EF4-FFF2-40B4-BE49-F238E27FC236}">
                <a16:creationId xmlns:a16="http://schemas.microsoft.com/office/drawing/2014/main" id="{4E3C48CF-1804-AB38-41FD-A064DDA660CA}"/>
              </a:ext>
            </a:extLst>
          </p:cNvPr>
          <p:cNvSpPr txBox="1"/>
          <p:nvPr/>
        </p:nvSpPr>
        <p:spPr>
          <a:xfrm>
            <a:off x="5910339" y="3107474"/>
            <a:ext cx="454131" cy="24634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defRPr>
            </a:lvl1pPr>
          </a:lstStyle>
          <a:p>
            <a:pPr algn="r"/>
            <a:r>
              <a:rPr lang="en-US" altLang="zh-CN" sz="1001" dirty="0">
                <a:solidFill>
                  <a:schemeClr val="tx1">
                    <a:lumMod val="75000"/>
                    <a:lumOff val="25000"/>
                    <a:alpha val="5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25</a:t>
            </a:r>
          </a:p>
        </p:txBody>
      </p:sp>
      <p:sp>
        <p:nvSpPr>
          <p:cNvPr id="482" name="文本框 481">
            <a:extLst>
              <a:ext uri="{FF2B5EF4-FFF2-40B4-BE49-F238E27FC236}">
                <a16:creationId xmlns:a16="http://schemas.microsoft.com/office/drawing/2014/main" id="{3F5D7258-55EB-3B7D-7E08-F6CEAB28F966}"/>
              </a:ext>
            </a:extLst>
          </p:cNvPr>
          <p:cNvSpPr txBox="1"/>
          <p:nvPr/>
        </p:nvSpPr>
        <p:spPr>
          <a:xfrm>
            <a:off x="5910339" y="3309733"/>
            <a:ext cx="454131" cy="24634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defRPr>
            </a:lvl1pPr>
          </a:lstStyle>
          <a:p>
            <a:pPr algn="r"/>
            <a:r>
              <a:rPr lang="en-US" altLang="zh-CN" sz="1001" dirty="0">
                <a:solidFill>
                  <a:schemeClr val="tx1">
                    <a:lumMod val="75000"/>
                    <a:lumOff val="25000"/>
                    <a:alpha val="5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26</a:t>
            </a:r>
          </a:p>
        </p:txBody>
      </p:sp>
      <p:sp>
        <p:nvSpPr>
          <p:cNvPr id="483" name="文本框 482">
            <a:extLst>
              <a:ext uri="{FF2B5EF4-FFF2-40B4-BE49-F238E27FC236}">
                <a16:creationId xmlns:a16="http://schemas.microsoft.com/office/drawing/2014/main" id="{B48F5624-0CCA-420D-8F81-15A8BE781C3A}"/>
              </a:ext>
            </a:extLst>
          </p:cNvPr>
          <p:cNvSpPr txBox="1"/>
          <p:nvPr/>
        </p:nvSpPr>
        <p:spPr>
          <a:xfrm>
            <a:off x="5910339" y="3508185"/>
            <a:ext cx="454131" cy="24634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defRPr>
            </a:lvl1pPr>
          </a:lstStyle>
          <a:p>
            <a:pPr algn="r"/>
            <a:r>
              <a:rPr lang="en-US" altLang="zh-CN" sz="1001" dirty="0">
                <a:solidFill>
                  <a:schemeClr val="tx1">
                    <a:lumMod val="75000"/>
                    <a:lumOff val="25000"/>
                    <a:alpha val="5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42</a:t>
            </a:r>
          </a:p>
        </p:txBody>
      </p:sp>
      <p:sp>
        <p:nvSpPr>
          <p:cNvPr id="484" name="文本框 483">
            <a:extLst>
              <a:ext uri="{FF2B5EF4-FFF2-40B4-BE49-F238E27FC236}">
                <a16:creationId xmlns:a16="http://schemas.microsoft.com/office/drawing/2014/main" id="{F662E182-4BF8-A3CD-0564-F637E9CB2688}"/>
              </a:ext>
            </a:extLst>
          </p:cNvPr>
          <p:cNvSpPr txBox="1"/>
          <p:nvPr/>
        </p:nvSpPr>
        <p:spPr>
          <a:xfrm>
            <a:off x="5910339" y="3705555"/>
            <a:ext cx="454131" cy="24634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defRPr>
            </a:lvl1pPr>
          </a:lstStyle>
          <a:p>
            <a:pPr algn="r"/>
            <a:r>
              <a:rPr lang="en-US" altLang="zh-CN" sz="1001" dirty="0">
                <a:solidFill>
                  <a:schemeClr val="tx1">
                    <a:lumMod val="75000"/>
                    <a:lumOff val="25000"/>
                    <a:alpha val="5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12</a:t>
            </a:r>
          </a:p>
        </p:txBody>
      </p:sp>
      <p:sp>
        <p:nvSpPr>
          <p:cNvPr id="485" name="文本框 484">
            <a:extLst>
              <a:ext uri="{FF2B5EF4-FFF2-40B4-BE49-F238E27FC236}">
                <a16:creationId xmlns:a16="http://schemas.microsoft.com/office/drawing/2014/main" id="{E960A4C3-DEB0-9114-CA9F-36E0D43CBDAB}"/>
              </a:ext>
            </a:extLst>
          </p:cNvPr>
          <p:cNvSpPr txBox="1"/>
          <p:nvPr/>
        </p:nvSpPr>
        <p:spPr>
          <a:xfrm>
            <a:off x="5910339" y="3898417"/>
            <a:ext cx="454131" cy="24634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defRPr>
            </a:lvl1pPr>
          </a:lstStyle>
          <a:p>
            <a:pPr algn="r"/>
            <a:r>
              <a:rPr lang="en-US" altLang="zh-CN" sz="1001" dirty="0">
                <a:solidFill>
                  <a:schemeClr val="tx1">
                    <a:lumMod val="75000"/>
                    <a:lumOff val="25000"/>
                    <a:alpha val="5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12</a:t>
            </a:r>
          </a:p>
        </p:txBody>
      </p:sp>
      <p:sp>
        <p:nvSpPr>
          <p:cNvPr id="486" name="文本框 485">
            <a:extLst>
              <a:ext uri="{FF2B5EF4-FFF2-40B4-BE49-F238E27FC236}">
                <a16:creationId xmlns:a16="http://schemas.microsoft.com/office/drawing/2014/main" id="{A10EF9F0-6C3C-94F4-65A9-DBB6CE7C83D2}"/>
              </a:ext>
            </a:extLst>
          </p:cNvPr>
          <p:cNvSpPr txBox="1"/>
          <p:nvPr/>
        </p:nvSpPr>
        <p:spPr>
          <a:xfrm>
            <a:off x="5910339" y="4101377"/>
            <a:ext cx="454131" cy="24634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defRPr>
            </a:lvl1pPr>
          </a:lstStyle>
          <a:p>
            <a:pPr algn="r"/>
            <a:r>
              <a:rPr lang="en-US" altLang="zh-CN" sz="1001" dirty="0">
                <a:solidFill>
                  <a:schemeClr val="tx1">
                    <a:lumMod val="75000"/>
                    <a:lumOff val="25000"/>
                    <a:alpha val="5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3</a:t>
            </a:r>
          </a:p>
        </p:txBody>
      </p:sp>
      <p:sp>
        <p:nvSpPr>
          <p:cNvPr id="487" name="文本框 486">
            <a:extLst>
              <a:ext uri="{FF2B5EF4-FFF2-40B4-BE49-F238E27FC236}">
                <a16:creationId xmlns:a16="http://schemas.microsoft.com/office/drawing/2014/main" id="{C3AE45DA-8162-C6D2-0643-9E1C3E459AC7}"/>
              </a:ext>
            </a:extLst>
          </p:cNvPr>
          <p:cNvSpPr txBox="1"/>
          <p:nvPr/>
        </p:nvSpPr>
        <p:spPr>
          <a:xfrm>
            <a:off x="5910339" y="4318035"/>
            <a:ext cx="454131" cy="24634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defRPr>
            </a:lvl1pPr>
          </a:lstStyle>
          <a:p>
            <a:pPr algn="r"/>
            <a:r>
              <a:rPr lang="en-US" altLang="zh-CN" sz="1001" dirty="0">
                <a:solidFill>
                  <a:schemeClr val="tx1">
                    <a:lumMod val="75000"/>
                    <a:lumOff val="25000"/>
                    <a:alpha val="5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5</a:t>
            </a:r>
          </a:p>
        </p:txBody>
      </p:sp>
      <p:sp>
        <p:nvSpPr>
          <p:cNvPr id="488" name="矩形: 圆角 487">
            <a:extLst>
              <a:ext uri="{FF2B5EF4-FFF2-40B4-BE49-F238E27FC236}">
                <a16:creationId xmlns:a16="http://schemas.microsoft.com/office/drawing/2014/main" id="{E6098B77-B9E3-3708-805B-07DC1953C38A}"/>
              </a:ext>
            </a:extLst>
          </p:cNvPr>
          <p:cNvSpPr/>
          <p:nvPr/>
        </p:nvSpPr>
        <p:spPr>
          <a:xfrm>
            <a:off x="335673" y="4754367"/>
            <a:ext cx="6148239" cy="1147122"/>
          </a:xfrm>
          <a:prstGeom prst="roundRect">
            <a:avLst>
              <a:gd name="adj" fmla="val 5930"/>
            </a:avLst>
          </a:prstGeom>
          <a:solidFill>
            <a:srgbClr val="EEEAE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grpSp>
        <p:nvGrpSpPr>
          <p:cNvPr id="510" name="组合 509">
            <a:extLst>
              <a:ext uri="{FF2B5EF4-FFF2-40B4-BE49-F238E27FC236}">
                <a16:creationId xmlns:a16="http://schemas.microsoft.com/office/drawing/2014/main" id="{A5CD07D1-613A-68DF-EBF9-ED1637B57143}"/>
              </a:ext>
            </a:extLst>
          </p:cNvPr>
          <p:cNvGrpSpPr/>
          <p:nvPr/>
        </p:nvGrpSpPr>
        <p:grpSpPr>
          <a:xfrm>
            <a:off x="334693" y="5511256"/>
            <a:ext cx="5959427" cy="263573"/>
            <a:chOff x="334693" y="5535641"/>
            <a:chExt cx="5959427" cy="263573"/>
          </a:xfrm>
        </p:grpSpPr>
        <p:sp>
          <p:nvSpPr>
            <p:cNvPr id="491" name="文本框 490">
              <a:extLst>
                <a:ext uri="{FF2B5EF4-FFF2-40B4-BE49-F238E27FC236}">
                  <a16:creationId xmlns:a16="http://schemas.microsoft.com/office/drawing/2014/main" id="{E5903FD4-F2F0-DD51-F0BB-66ACE8B30D67}"/>
                </a:ext>
              </a:extLst>
            </p:cNvPr>
            <p:cNvSpPr txBox="1"/>
            <p:nvPr/>
          </p:nvSpPr>
          <p:spPr>
            <a:xfrm>
              <a:off x="334693" y="5535641"/>
              <a:ext cx="1482294" cy="2463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defRPr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Heavy" panose="020B0A00000000000000" pitchFamily="34" charset="-122"/>
                  <a:ea typeface="思源黑体 CN Heavy" panose="020B0A00000000000000" pitchFamily="34" charset="-122"/>
                </a:defRPr>
              </a:lvl1pPr>
            </a:lstStyle>
            <a:p>
              <a:r>
                <a:rPr lang="zh-CN" altLang="en-US" sz="1001" dirty="0">
                  <a:solidFill>
                    <a:schemeClr val="tx1">
                      <a:lumMod val="75000"/>
                      <a:lumOff val="25000"/>
                      <a:alpha val="50000"/>
                    </a:schemeClr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候选构建</a:t>
              </a:r>
              <a:endParaRPr lang="en-US" altLang="zh-CN" sz="1001" dirty="0">
                <a:solidFill>
                  <a:schemeClr val="tx1">
                    <a:lumMod val="75000"/>
                    <a:lumOff val="25000"/>
                    <a:alpha val="5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cxnSp>
          <p:nvCxnSpPr>
            <p:cNvPr id="494" name="直接连接符 493">
              <a:extLst>
                <a:ext uri="{FF2B5EF4-FFF2-40B4-BE49-F238E27FC236}">
                  <a16:creationId xmlns:a16="http://schemas.microsoft.com/office/drawing/2014/main" id="{EE356803-8875-3197-1C66-4D453C396ED8}"/>
                </a:ext>
              </a:extLst>
            </p:cNvPr>
            <p:cNvCxnSpPr>
              <a:cxnSpLocks/>
            </p:cNvCxnSpPr>
            <p:nvPr/>
          </p:nvCxnSpPr>
          <p:spPr>
            <a:xfrm>
              <a:off x="476250" y="5799214"/>
              <a:ext cx="5817870" cy="0"/>
            </a:xfrm>
            <a:prstGeom prst="line">
              <a:avLst/>
            </a:prstGeom>
            <a:ln w="63500" cap="rnd">
              <a:solidFill>
                <a:srgbClr val="FAF9F4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3" name="直接连接符 492">
              <a:extLst>
                <a:ext uri="{FF2B5EF4-FFF2-40B4-BE49-F238E27FC236}">
                  <a16:creationId xmlns:a16="http://schemas.microsoft.com/office/drawing/2014/main" id="{ACDD9B8E-03B8-A50C-E45D-DB39918035BC}"/>
                </a:ext>
              </a:extLst>
            </p:cNvPr>
            <p:cNvCxnSpPr>
              <a:cxnSpLocks/>
            </p:cNvCxnSpPr>
            <p:nvPr/>
          </p:nvCxnSpPr>
          <p:spPr>
            <a:xfrm>
              <a:off x="476250" y="5799214"/>
              <a:ext cx="1783080" cy="0"/>
            </a:xfrm>
            <a:prstGeom prst="line">
              <a:avLst/>
            </a:prstGeom>
            <a:ln w="63500" cap="rnd">
              <a:solidFill>
                <a:srgbClr val="888F79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6" name="文本框 495">
              <a:extLst>
                <a:ext uri="{FF2B5EF4-FFF2-40B4-BE49-F238E27FC236}">
                  <a16:creationId xmlns:a16="http://schemas.microsoft.com/office/drawing/2014/main" id="{2A00D34D-FB46-65FA-3967-4260BDABA1A0}"/>
                </a:ext>
              </a:extLst>
            </p:cNvPr>
            <p:cNvSpPr txBox="1"/>
            <p:nvPr/>
          </p:nvSpPr>
          <p:spPr>
            <a:xfrm>
              <a:off x="4811826" y="5535641"/>
              <a:ext cx="1482294" cy="2463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defRPr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Heavy" panose="020B0A00000000000000" pitchFamily="34" charset="-122"/>
                  <a:ea typeface="思源黑体 CN Heavy" panose="020B0A00000000000000" pitchFamily="34" charset="-122"/>
                </a:defRPr>
              </a:lvl1pPr>
            </a:lstStyle>
            <a:p>
              <a:pPr algn="r"/>
              <a:r>
                <a:rPr lang="en-US" altLang="zh-CN" sz="1001" dirty="0">
                  <a:solidFill>
                    <a:schemeClr val="tx1">
                      <a:lumMod val="75000"/>
                      <a:lumOff val="25000"/>
                      <a:alpha val="50000"/>
                    </a:schemeClr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21m · 29%</a:t>
              </a:r>
            </a:p>
          </p:txBody>
        </p:sp>
      </p:grpSp>
      <p:grpSp>
        <p:nvGrpSpPr>
          <p:cNvPr id="511" name="组合 510">
            <a:extLst>
              <a:ext uri="{FF2B5EF4-FFF2-40B4-BE49-F238E27FC236}">
                <a16:creationId xmlns:a16="http://schemas.microsoft.com/office/drawing/2014/main" id="{D12F9119-2ADD-CE13-57E7-4C5792E2DA24}"/>
              </a:ext>
            </a:extLst>
          </p:cNvPr>
          <p:cNvGrpSpPr/>
          <p:nvPr/>
        </p:nvGrpSpPr>
        <p:grpSpPr>
          <a:xfrm>
            <a:off x="334693" y="5172859"/>
            <a:ext cx="5959427" cy="263573"/>
            <a:chOff x="334693" y="5195690"/>
            <a:chExt cx="5959427" cy="263573"/>
          </a:xfrm>
        </p:grpSpPr>
        <p:sp>
          <p:nvSpPr>
            <p:cNvPr id="500" name="文本框 499">
              <a:extLst>
                <a:ext uri="{FF2B5EF4-FFF2-40B4-BE49-F238E27FC236}">
                  <a16:creationId xmlns:a16="http://schemas.microsoft.com/office/drawing/2014/main" id="{F7552085-60AA-7C95-FE18-56193C304B5B}"/>
                </a:ext>
              </a:extLst>
            </p:cNvPr>
            <p:cNvSpPr txBox="1"/>
            <p:nvPr/>
          </p:nvSpPr>
          <p:spPr>
            <a:xfrm>
              <a:off x="334693" y="5195690"/>
              <a:ext cx="1482294" cy="2463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defRPr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Heavy" panose="020B0A00000000000000" pitchFamily="34" charset="-122"/>
                  <a:ea typeface="思源黑体 CN Heavy" panose="020B0A00000000000000" pitchFamily="34" charset="-122"/>
                </a:defRPr>
              </a:lvl1pPr>
            </a:lstStyle>
            <a:p>
              <a:r>
                <a:rPr lang="zh-CN" altLang="en-US" sz="1001" dirty="0">
                  <a:solidFill>
                    <a:schemeClr val="tx1">
                      <a:lumMod val="75000"/>
                      <a:lumOff val="25000"/>
                      <a:alpha val="50000"/>
                    </a:schemeClr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研究</a:t>
              </a:r>
              <a:endParaRPr lang="en-US" altLang="zh-CN" sz="1001" dirty="0">
                <a:solidFill>
                  <a:schemeClr val="tx1">
                    <a:lumMod val="75000"/>
                    <a:lumOff val="25000"/>
                    <a:alpha val="5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cxnSp>
          <p:nvCxnSpPr>
            <p:cNvPr id="501" name="直接连接符 500">
              <a:extLst>
                <a:ext uri="{FF2B5EF4-FFF2-40B4-BE49-F238E27FC236}">
                  <a16:creationId xmlns:a16="http://schemas.microsoft.com/office/drawing/2014/main" id="{DE774B8A-B150-0E2C-99BE-EF1E878D5231}"/>
                </a:ext>
              </a:extLst>
            </p:cNvPr>
            <p:cNvCxnSpPr>
              <a:cxnSpLocks/>
            </p:cNvCxnSpPr>
            <p:nvPr/>
          </p:nvCxnSpPr>
          <p:spPr>
            <a:xfrm>
              <a:off x="476250" y="5459263"/>
              <a:ext cx="5817870" cy="0"/>
            </a:xfrm>
            <a:prstGeom prst="line">
              <a:avLst/>
            </a:prstGeom>
            <a:ln w="63500" cap="rnd">
              <a:solidFill>
                <a:srgbClr val="FAF9F4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2" name="直接连接符 501">
              <a:extLst>
                <a:ext uri="{FF2B5EF4-FFF2-40B4-BE49-F238E27FC236}">
                  <a16:creationId xmlns:a16="http://schemas.microsoft.com/office/drawing/2014/main" id="{1AADCE76-1C3E-6B92-2CAB-4EB455805550}"/>
                </a:ext>
              </a:extLst>
            </p:cNvPr>
            <p:cNvCxnSpPr>
              <a:cxnSpLocks/>
            </p:cNvCxnSpPr>
            <p:nvPr/>
          </p:nvCxnSpPr>
          <p:spPr>
            <a:xfrm>
              <a:off x="476250" y="5459263"/>
              <a:ext cx="331470" cy="0"/>
            </a:xfrm>
            <a:prstGeom prst="line">
              <a:avLst/>
            </a:prstGeom>
            <a:ln w="63500" cap="rnd">
              <a:solidFill>
                <a:srgbClr val="888F79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03" name="文本框 502">
              <a:extLst>
                <a:ext uri="{FF2B5EF4-FFF2-40B4-BE49-F238E27FC236}">
                  <a16:creationId xmlns:a16="http://schemas.microsoft.com/office/drawing/2014/main" id="{A6EED6F8-32A9-504A-0FD5-B760E6790EC7}"/>
                </a:ext>
              </a:extLst>
            </p:cNvPr>
            <p:cNvSpPr txBox="1"/>
            <p:nvPr/>
          </p:nvSpPr>
          <p:spPr>
            <a:xfrm>
              <a:off x="4811826" y="5195690"/>
              <a:ext cx="1482294" cy="2463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defRPr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Heavy" panose="020B0A00000000000000" pitchFamily="34" charset="-122"/>
                  <a:ea typeface="思源黑体 CN Heavy" panose="020B0A00000000000000" pitchFamily="34" charset="-122"/>
                </a:defRPr>
              </a:lvl1pPr>
            </a:lstStyle>
            <a:p>
              <a:pPr algn="r"/>
              <a:r>
                <a:rPr lang="en-US" altLang="zh-CN" sz="1001" dirty="0">
                  <a:solidFill>
                    <a:schemeClr val="tx1">
                      <a:lumMod val="75000"/>
                      <a:lumOff val="25000"/>
                      <a:alpha val="50000"/>
                    </a:schemeClr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6m · 9%</a:t>
              </a:r>
            </a:p>
          </p:txBody>
        </p:sp>
      </p:grpSp>
      <p:grpSp>
        <p:nvGrpSpPr>
          <p:cNvPr id="512" name="组合 511">
            <a:extLst>
              <a:ext uri="{FF2B5EF4-FFF2-40B4-BE49-F238E27FC236}">
                <a16:creationId xmlns:a16="http://schemas.microsoft.com/office/drawing/2014/main" id="{31640800-AA20-A006-5CBB-83BD533F5C5E}"/>
              </a:ext>
            </a:extLst>
          </p:cNvPr>
          <p:cNvGrpSpPr/>
          <p:nvPr/>
        </p:nvGrpSpPr>
        <p:grpSpPr>
          <a:xfrm>
            <a:off x="334693" y="4836697"/>
            <a:ext cx="5959427" cy="263573"/>
            <a:chOff x="334693" y="4855178"/>
            <a:chExt cx="5959427" cy="263573"/>
          </a:xfrm>
        </p:grpSpPr>
        <p:sp>
          <p:nvSpPr>
            <p:cNvPr id="505" name="文本框 504">
              <a:extLst>
                <a:ext uri="{FF2B5EF4-FFF2-40B4-BE49-F238E27FC236}">
                  <a16:creationId xmlns:a16="http://schemas.microsoft.com/office/drawing/2014/main" id="{C7CB3052-EA60-B4F5-45B1-C286C2961607}"/>
                </a:ext>
              </a:extLst>
            </p:cNvPr>
            <p:cNvSpPr txBox="1"/>
            <p:nvPr/>
          </p:nvSpPr>
          <p:spPr>
            <a:xfrm>
              <a:off x="334693" y="4855178"/>
              <a:ext cx="1482294" cy="2463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defRPr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Heavy" panose="020B0A00000000000000" pitchFamily="34" charset="-122"/>
                  <a:ea typeface="思源黑体 CN Heavy" panose="020B0A00000000000000" pitchFamily="34" charset="-122"/>
                </a:defRPr>
              </a:lvl1pPr>
            </a:lstStyle>
            <a:p>
              <a:r>
                <a:rPr lang="zh-CN" altLang="en-US" sz="1001" dirty="0">
                  <a:solidFill>
                    <a:schemeClr val="tx1">
                      <a:lumMod val="75000"/>
                      <a:lumOff val="25000"/>
                      <a:alpha val="50000"/>
                    </a:schemeClr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评估</a:t>
              </a:r>
              <a:endParaRPr lang="en-US" altLang="zh-CN" sz="1001" dirty="0">
                <a:solidFill>
                  <a:schemeClr val="tx1">
                    <a:lumMod val="75000"/>
                    <a:lumOff val="25000"/>
                    <a:alpha val="5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cxnSp>
          <p:nvCxnSpPr>
            <p:cNvPr id="506" name="直接连接符 505">
              <a:extLst>
                <a:ext uri="{FF2B5EF4-FFF2-40B4-BE49-F238E27FC236}">
                  <a16:creationId xmlns:a16="http://schemas.microsoft.com/office/drawing/2014/main" id="{70252080-A07F-74BE-8824-7A91232C1A43}"/>
                </a:ext>
              </a:extLst>
            </p:cNvPr>
            <p:cNvCxnSpPr>
              <a:cxnSpLocks/>
            </p:cNvCxnSpPr>
            <p:nvPr/>
          </p:nvCxnSpPr>
          <p:spPr>
            <a:xfrm>
              <a:off x="476250" y="5118751"/>
              <a:ext cx="5817870" cy="0"/>
            </a:xfrm>
            <a:prstGeom prst="line">
              <a:avLst/>
            </a:prstGeom>
            <a:ln w="63500" cap="rnd">
              <a:solidFill>
                <a:srgbClr val="FAF9F4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7" name="直接连接符 506">
              <a:extLst>
                <a:ext uri="{FF2B5EF4-FFF2-40B4-BE49-F238E27FC236}">
                  <a16:creationId xmlns:a16="http://schemas.microsoft.com/office/drawing/2014/main" id="{68E7C186-71AC-CFF9-3F4E-16AC152831B6}"/>
                </a:ext>
              </a:extLst>
            </p:cNvPr>
            <p:cNvCxnSpPr>
              <a:cxnSpLocks/>
            </p:cNvCxnSpPr>
            <p:nvPr/>
          </p:nvCxnSpPr>
          <p:spPr>
            <a:xfrm>
              <a:off x="476250" y="5118751"/>
              <a:ext cx="3611880" cy="0"/>
            </a:xfrm>
            <a:prstGeom prst="line">
              <a:avLst/>
            </a:prstGeom>
            <a:ln w="63500" cap="rnd">
              <a:solidFill>
                <a:srgbClr val="888F79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08" name="文本框 507">
              <a:extLst>
                <a:ext uri="{FF2B5EF4-FFF2-40B4-BE49-F238E27FC236}">
                  <a16:creationId xmlns:a16="http://schemas.microsoft.com/office/drawing/2014/main" id="{5A42657A-3E53-1325-7FA4-1A95AB5EED74}"/>
                </a:ext>
              </a:extLst>
            </p:cNvPr>
            <p:cNvSpPr txBox="1"/>
            <p:nvPr/>
          </p:nvSpPr>
          <p:spPr>
            <a:xfrm>
              <a:off x="4811826" y="4855178"/>
              <a:ext cx="1482294" cy="2463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defRPr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Heavy" panose="020B0A00000000000000" pitchFamily="34" charset="-122"/>
                  <a:ea typeface="思源黑体 CN Heavy" panose="020B0A00000000000000" pitchFamily="34" charset="-122"/>
                </a:defRPr>
              </a:lvl1pPr>
            </a:lstStyle>
            <a:p>
              <a:pPr algn="r"/>
              <a:r>
                <a:rPr lang="en-US" altLang="zh-CN" sz="1001" dirty="0">
                  <a:solidFill>
                    <a:schemeClr val="tx1">
                      <a:lumMod val="75000"/>
                      <a:lumOff val="25000"/>
                      <a:alpha val="50000"/>
                    </a:schemeClr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47m · 63%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313747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1108</TotalTime>
  <Words>265</Words>
  <Application>Microsoft Office PowerPoint</Application>
  <PresentationFormat>宽屏</PresentationFormat>
  <Paragraphs>137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9" baseType="lpstr">
      <vt:lpstr>思源黑体 CN Heavy</vt:lpstr>
      <vt:lpstr>思源黑体 CN Regular</vt:lpstr>
      <vt:lpstr>Aptos</vt:lpstr>
      <vt:lpstr>Aptos Display</vt:lpstr>
      <vt:lpstr>Arial</vt:lpstr>
      <vt:lpstr>Georgia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David205x 常</dc:creator>
  <cp:lastModifiedBy>David205x 常</cp:lastModifiedBy>
  <cp:revision>1</cp:revision>
  <dcterms:created xsi:type="dcterms:W3CDTF">2026-08-03T16:26:13Z</dcterms:created>
  <dcterms:modified xsi:type="dcterms:W3CDTF">2026-08-04T10:54:45Z</dcterms:modified>
</cp:coreProperties>
</file>